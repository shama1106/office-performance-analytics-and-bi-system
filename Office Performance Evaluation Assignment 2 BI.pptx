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0" r:id="rId1"/>
  </p:sldMasterIdLst>
  <p:notesMasterIdLst>
    <p:notesMasterId r:id="rId12"/>
  </p:notesMasterIdLst>
  <p:sldIdLst>
    <p:sldId id="256" r:id="rId2"/>
    <p:sldId id="257" r:id="rId3"/>
    <p:sldId id="258" r:id="rId4"/>
    <p:sldId id="260" r:id="rId5"/>
    <p:sldId id="261" r:id="rId6"/>
    <p:sldId id="266" r:id="rId7"/>
    <p:sldId id="259" r:id="rId8"/>
    <p:sldId id="262" r:id="rId9"/>
    <p:sldId id="263" r:id="rId10"/>
    <p:sldId id="264"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ata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colors1.xml><?xml version="1.0" encoding="utf-8"?>
<dgm:colorsDef xmlns:dgm="http://schemas.openxmlformats.org/drawingml/2006/diagram" xmlns:a="http://schemas.openxmlformats.org/drawingml/2006/main" uniqueId="urn:microsoft.com/office/officeart/2018/5/colors/Iconchunking_neutralbg_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a:alpha val="0"/>
      </a:schemeClr>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A98EAD2B-FA54-406F-929B-4FD629ECB45E}" type="doc">
      <dgm:prSet loTypeId="urn:microsoft.com/office/officeart/2018/2/layout/IconVerticalSolidList" loCatId="icon" qsTypeId="urn:microsoft.com/office/officeart/2005/8/quickstyle/simple1" qsCatId="simple" csTypeId="urn:microsoft.com/office/officeart/2018/5/colors/Iconchunking_neutralbg_accent2_2" csCatId="accent2" phldr="1"/>
      <dgm:spPr/>
      <dgm:t>
        <a:bodyPr/>
        <a:lstStyle/>
        <a:p>
          <a:endParaRPr lang="en-US"/>
        </a:p>
      </dgm:t>
    </dgm:pt>
    <dgm:pt modelId="{E59FA358-D08A-4ED2-B17C-97665F74DA50}">
      <dgm:prSet/>
      <dgm:spPr/>
      <dgm:t>
        <a:bodyPr/>
        <a:lstStyle/>
        <a:p>
          <a:r>
            <a:rPr lang="en-US" dirty="0">
              <a:latin typeface="Times New Roman" panose="02020603050405020304" pitchFamily="18" charset="0"/>
              <a:cs typeface="Times New Roman" panose="02020603050405020304" pitchFamily="18" charset="0"/>
            </a:rPr>
            <a:t>Objective: Evaluate the performance level of office and seek some of the places that may be closed or scaled down</a:t>
          </a:r>
          <a:r>
            <a:rPr lang="en-US" dirty="0"/>
            <a:t>.</a:t>
          </a:r>
        </a:p>
      </dgm:t>
    </dgm:pt>
    <dgm:pt modelId="{32850FEC-B759-441A-9079-66AEC3D08099}" type="parTrans" cxnId="{5DD003CA-100C-4FCD-9632-2485C5C70A68}">
      <dgm:prSet/>
      <dgm:spPr/>
      <dgm:t>
        <a:bodyPr/>
        <a:lstStyle/>
        <a:p>
          <a:endParaRPr lang="en-US"/>
        </a:p>
      </dgm:t>
    </dgm:pt>
    <dgm:pt modelId="{B8494BB4-4E2B-43E6-BCA5-0FFEE77DFCC9}" type="sibTrans" cxnId="{5DD003CA-100C-4FCD-9632-2485C5C70A68}">
      <dgm:prSet/>
      <dgm:spPr/>
      <dgm:t>
        <a:bodyPr/>
        <a:lstStyle/>
        <a:p>
          <a:endParaRPr lang="en-US"/>
        </a:p>
      </dgm:t>
    </dgm:pt>
    <dgm:pt modelId="{F6339B4F-62F9-45E8-8329-3385289F98A2}">
      <dgm:prSet/>
      <dgm:spPr/>
      <dgm:t>
        <a:bodyPr/>
        <a:lstStyle/>
        <a:p>
          <a:r>
            <a:rPr lang="en-US" b="0" dirty="0">
              <a:latin typeface="Times New Roman" panose="02020603050405020304" pitchFamily="18" charset="0"/>
              <a:cs typeface="Times New Roman" panose="02020603050405020304" pitchFamily="18" charset="0"/>
            </a:rPr>
            <a:t>Key Metrics: </a:t>
          </a:r>
          <a:r>
            <a:rPr lang="en-US" dirty="0">
              <a:latin typeface="Times New Roman" panose="02020603050405020304" pitchFamily="18" charset="0"/>
              <a:cs typeface="Times New Roman" panose="02020603050405020304" pitchFamily="18" charset="0"/>
            </a:rPr>
            <a:t>Compliance rate, community feedback, equipment usage, incentive distribution.</a:t>
          </a:r>
        </a:p>
      </dgm:t>
    </dgm:pt>
    <dgm:pt modelId="{CBBC78EF-9D7F-490E-86A4-5A3C932721E2}" type="parTrans" cxnId="{B990846E-0591-4CDF-8184-669FF5E9F35C}">
      <dgm:prSet/>
      <dgm:spPr/>
      <dgm:t>
        <a:bodyPr/>
        <a:lstStyle/>
        <a:p>
          <a:endParaRPr lang="en-US"/>
        </a:p>
      </dgm:t>
    </dgm:pt>
    <dgm:pt modelId="{FCE49922-AD23-498E-A8FF-1A08DB2D39FA}" type="sibTrans" cxnId="{B990846E-0591-4CDF-8184-669FF5E9F35C}">
      <dgm:prSet/>
      <dgm:spPr/>
      <dgm:t>
        <a:bodyPr/>
        <a:lstStyle/>
        <a:p>
          <a:endParaRPr lang="en-US"/>
        </a:p>
      </dgm:t>
    </dgm:pt>
    <dgm:pt modelId="{ECA75772-271A-4607-A2DA-53C945E6B2B7}">
      <dgm:prSet/>
      <dgm:spPr/>
      <dgm:t>
        <a:bodyPr/>
        <a:lstStyle/>
        <a:p>
          <a:r>
            <a:rPr lang="en-US" dirty="0">
              <a:latin typeface="Times New Roman" panose="02020603050405020304" pitchFamily="18" charset="0"/>
              <a:cs typeface="Times New Roman" panose="02020603050405020304" pitchFamily="18" charset="0"/>
            </a:rPr>
            <a:t>Outcome: Identified list of offices that need downsizing or consolidation recommendations.</a:t>
          </a:r>
        </a:p>
      </dgm:t>
    </dgm:pt>
    <dgm:pt modelId="{85ABFEA0-5B93-40BA-91C0-2E6655574677}" type="parTrans" cxnId="{98274A10-3EAE-441B-AFC0-37804716F0C4}">
      <dgm:prSet/>
      <dgm:spPr/>
      <dgm:t>
        <a:bodyPr/>
        <a:lstStyle/>
        <a:p>
          <a:endParaRPr lang="en-US"/>
        </a:p>
      </dgm:t>
    </dgm:pt>
    <dgm:pt modelId="{166FA244-D5E4-4ADC-A953-2C57BA1EB6E5}" type="sibTrans" cxnId="{98274A10-3EAE-441B-AFC0-37804716F0C4}">
      <dgm:prSet/>
      <dgm:spPr/>
      <dgm:t>
        <a:bodyPr/>
        <a:lstStyle/>
        <a:p>
          <a:endParaRPr lang="en-US"/>
        </a:p>
      </dgm:t>
    </dgm:pt>
    <dgm:pt modelId="{E8E4A92E-3A0C-4AEE-A8B1-D8CAED170FF5}" type="pres">
      <dgm:prSet presAssocID="{A98EAD2B-FA54-406F-929B-4FD629ECB45E}" presName="root" presStyleCnt="0">
        <dgm:presLayoutVars>
          <dgm:dir/>
          <dgm:resizeHandles val="exact"/>
        </dgm:presLayoutVars>
      </dgm:prSet>
      <dgm:spPr/>
    </dgm:pt>
    <dgm:pt modelId="{81AFAD86-4684-4D0D-A077-8A28D453E88C}" type="pres">
      <dgm:prSet presAssocID="{E59FA358-D08A-4ED2-B17C-97665F74DA50}" presName="compNode" presStyleCnt="0"/>
      <dgm:spPr/>
    </dgm:pt>
    <dgm:pt modelId="{241101C2-4138-4A02-B822-D4706F0F47E9}" type="pres">
      <dgm:prSet presAssocID="{E59FA358-D08A-4ED2-B17C-97665F74DA50}" presName="bgRect" presStyleLbl="bgShp" presStyleIdx="0" presStyleCnt="3"/>
      <dgm:spPr/>
    </dgm:pt>
    <dgm:pt modelId="{21F980BD-F9C1-4048-96BF-2669E4106C3C}" type="pres">
      <dgm:prSet presAssocID="{E59FA358-D08A-4ED2-B17C-97665F74DA50}"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esentation with Checklist"/>
        </a:ext>
      </dgm:extLst>
    </dgm:pt>
    <dgm:pt modelId="{B4458047-DA46-444C-BF51-9F40B5D011D1}" type="pres">
      <dgm:prSet presAssocID="{E59FA358-D08A-4ED2-B17C-97665F74DA50}" presName="spaceRect" presStyleCnt="0"/>
      <dgm:spPr/>
    </dgm:pt>
    <dgm:pt modelId="{CA25C790-FA15-409F-8C10-593D8D2EA1EB}" type="pres">
      <dgm:prSet presAssocID="{E59FA358-D08A-4ED2-B17C-97665F74DA50}" presName="parTx" presStyleLbl="revTx" presStyleIdx="0" presStyleCnt="3">
        <dgm:presLayoutVars>
          <dgm:chMax val="0"/>
          <dgm:chPref val="0"/>
        </dgm:presLayoutVars>
      </dgm:prSet>
      <dgm:spPr/>
    </dgm:pt>
    <dgm:pt modelId="{A37453B6-2BB5-4BF0-AE15-30AEF2B8CDA7}" type="pres">
      <dgm:prSet presAssocID="{B8494BB4-4E2B-43E6-BCA5-0FFEE77DFCC9}" presName="sibTrans" presStyleCnt="0"/>
      <dgm:spPr/>
    </dgm:pt>
    <dgm:pt modelId="{C8E320F1-D7FD-475D-8234-62F39CB45EEF}" type="pres">
      <dgm:prSet presAssocID="{F6339B4F-62F9-45E8-8329-3385289F98A2}" presName="compNode" presStyleCnt="0"/>
      <dgm:spPr/>
    </dgm:pt>
    <dgm:pt modelId="{A819A80B-1B0F-4819-AA39-E99935D01451}" type="pres">
      <dgm:prSet presAssocID="{F6339B4F-62F9-45E8-8329-3385289F98A2}" presName="bgRect" presStyleLbl="bgShp" presStyleIdx="1" presStyleCnt="3"/>
      <dgm:spPr/>
    </dgm:pt>
    <dgm:pt modelId="{1EE20E91-35E1-453B-8B78-10B321EB4B54}" type="pres">
      <dgm:prSet presAssocID="{F6339B4F-62F9-45E8-8329-3385289F98A2}"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auge"/>
        </a:ext>
      </dgm:extLst>
    </dgm:pt>
    <dgm:pt modelId="{47A9DB14-13C8-43C3-B970-99C419376D68}" type="pres">
      <dgm:prSet presAssocID="{F6339B4F-62F9-45E8-8329-3385289F98A2}" presName="spaceRect" presStyleCnt="0"/>
      <dgm:spPr/>
    </dgm:pt>
    <dgm:pt modelId="{673B5A11-E8F4-48F9-B64E-7DFACA503416}" type="pres">
      <dgm:prSet presAssocID="{F6339B4F-62F9-45E8-8329-3385289F98A2}" presName="parTx" presStyleLbl="revTx" presStyleIdx="1" presStyleCnt="3">
        <dgm:presLayoutVars>
          <dgm:chMax val="0"/>
          <dgm:chPref val="0"/>
        </dgm:presLayoutVars>
      </dgm:prSet>
      <dgm:spPr/>
    </dgm:pt>
    <dgm:pt modelId="{F33376D9-AD6B-4138-B2CA-E38A0393BBCF}" type="pres">
      <dgm:prSet presAssocID="{FCE49922-AD23-498E-A8FF-1A08DB2D39FA}" presName="sibTrans" presStyleCnt="0"/>
      <dgm:spPr/>
    </dgm:pt>
    <dgm:pt modelId="{21359AEB-749C-4362-8A26-321FFB1AD27F}" type="pres">
      <dgm:prSet presAssocID="{ECA75772-271A-4607-A2DA-53C945E6B2B7}" presName="compNode" presStyleCnt="0"/>
      <dgm:spPr/>
    </dgm:pt>
    <dgm:pt modelId="{53A502D9-1C3B-4196-8584-20B9553CDC24}" type="pres">
      <dgm:prSet presAssocID="{ECA75772-271A-4607-A2DA-53C945E6B2B7}" presName="bgRect" presStyleLbl="bgShp" presStyleIdx="2" presStyleCnt="3"/>
      <dgm:spPr/>
    </dgm:pt>
    <dgm:pt modelId="{B5093DC2-2128-4A71-A110-E12F7401C597}" type="pres">
      <dgm:prSet presAssocID="{ECA75772-271A-4607-A2DA-53C945E6B2B7}"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ierarchy"/>
        </a:ext>
      </dgm:extLst>
    </dgm:pt>
    <dgm:pt modelId="{00ED4989-F367-463C-B8A0-A0ED50280979}" type="pres">
      <dgm:prSet presAssocID="{ECA75772-271A-4607-A2DA-53C945E6B2B7}" presName="spaceRect" presStyleCnt="0"/>
      <dgm:spPr/>
    </dgm:pt>
    <dgm:pt modelId="{6BEE2D6C-E6AF-4ADA-B1C0-492DC80554FF}" type="pres">
      <dgm:prSet presAssocID="{ECA75772-271A-4607-A2DA-53C945E6B2B7}" presName="parTx" presStyleLbl="revTx" presStyleIdx="2" presStyleCnt="3">
        <dgm:presLayoutVars>
          <dgm:chMax val="0"/>
          <dgm:chPref val="0"/>
        </dgm:presLayoutVars>
      </dgm:prSet>
      <dgm:spPr/>
    </dgm:pt>
  </dgm:ptLst>
  <dgm:cxnLst>
    <dgm:cxn modelId="{98274A10-3EAE-441B-AFC0-37804716F0C4}" srcId="{A98EAD2B-FA54-406F-929B-4FD629ECB45E}" destId="{ECA75772-271A-4607-A2DA-53C945E6B2B7}" srcOrd="2" destOrd="0" parTransId="{85ABFEA0-5B93-40BA-91C0-2E6655574677}" sibTransId="{166FA244-D5E4-4ADC-A953-2C57BA1EB6E5}"/>
    <dgm:cxn modelId="{C46F9B1D-ACB5-4469-875F-1CC6B5E5C0F1}" type="presOf" srcId="{F6339B4F-62F9-45E8-8329-3385289F98A2}" destId="{673B5A11-E8F4-48F9-B64E-7DFACA503416}" srcOrd="0" destOrd="0" presId="urn:microsoft.com/office/officeart/2018/2/layout/IconVerticalSolidList"/>
    <dgm:cxn modelId="{2FCA032C-8208-45E3-A46C-8D03AA9B0614}" type="presOf" srcId="{A98EAD2B-FA54-406F-929B-4FD629ECB45E}" destId="{E8E4A92E-3A0C-4AEE-A8B1-D8CAED170FF5}" srcOrd="0" destOrd="0" presId="urn:microsoft.com/office/officeart/2018/2/layout/IconVerticalSolidList"/>
    <dgm:cxn modelId="{B990846E-0591-4CDF-8184-669FF5E9F35C}" srcId="{A98EAD2B-FA54-406F-929B-4FD629ECB45E}" destId="{F6339B4F-62F9-45E8-8329-3385289F98A2}" srcOrd="1" destOrd="0" parTransId="{CBBC78EF-9D7F-490E-86A4-5A3C932721E2}" sibTransId="{FCE49922-AD23-498E-A8FF-1A08DB2D39FA}"/>
    <dgm:cxn modelId="{4D3F79C6-643D-4769-AB16-4AE846AE7D05}" type="presOf" srcId="{E59FA358-D08A-4ED2-B17C-97665F74DA50}" destId="{CA25C790-FA15-409F-8C10-593D8D2EA1EB}" srcOrd="0" destOrd="0" presId="urn:microsoft.com/office/officeart/2018/2/layout/IconVerticalSolidList"/>
    <dgm:cxn modelId="{5DD003CA-100C-4FCD-9632-2485C5C70A68}" srcId="{A98EAD2B-FA54-406F-929B-4FD629ECB45E}" destId="{E59FA358-D08A-4ED2-B17C-97665F74DA50}" srcOrd="0" destOrd="0" parTransId="{32850FEC-B759-441A-9079-66AEC3D08099}" sibTransId="{B8494BB4-4E2B-43E6-BCA5-0FFEE77DFCC9}"/>
    <dgm:cxn modelId="{6F6D5DCE-F443-4B1C-A8D7-BCE2E173174F}" type="presOf" srcId="{ECA75772-271A-4607-A2DA-53C945E6B2B7}" destId="{6BEE2D6C-E6AF-4ADA-B1C0-492DC80554FF}" srcOrd="0" destOrd="0" presId="urn:microsoft.com/office/officeart/2018/2/layout/IconVerticalSolidList"/>
    <dgm:cxn modelId="{E3B91938-24DC-43FC-9E41-E9D086631F69}" type="presParOf" srcId="{E8E4A92E-3A0C-4AEE-A8B1-D8CAED170FF5}" destId="{81AFAD86-4684-4D0D-A077-8A28D453E88C}" srcOrd="0" destOrd="0" presId="urn:microsoft.com/office/officeart/2018/2/layout/IconVerticalSolidList"/>
    <dgm:cxn modelId="{F6BC82F6-8632-4C87-AA40-FB8BEFF6D28A}" type="presParOf" srcId="{81AFAD86-4684-4D0D-A077-8A28D453E88C}" destId="{241101C2-4138-4A02-B822-D4706F0F47E9}" srcOrd="0" destOrd="0" presId="urn:microsoft.com/office/officeart/2018/2/layout/IconVerticalSolidList"/>
    <dgm:cxn modelId="{F86929D2-A77B-4D94-82F8-43A9ED54F70B}" type="presParOf" srcId="{81AFAD86-4684-4D0D-A077-8A28D453E88C}" destId="{21F980BD-F9C1-4048-96BF-2669E4106C3C}" srcOrd="1" destOrd="0" presId="urn:microsoft.com/office/officeart/2018/2/layout/IconVerticalSolidList"/>
    <dgm:cxn modelId="{0D33F07B-A967-4775-A4DB-4714CA3F37BF}" type="presParOf" srcId="{81AFAD86-4684-4D0D-A077-8A28D453E88C}" destId="{B4458047-DA46-444C-BF51-9F40B5D011D1}" srcOrd="2" destOrd="0" presId="urn:microsoft.com/office/officeart/2018/2/layout/IconVerticalSolidList"/>
    <dgm:cxn modelId="{5C49A13D-D41A-4368-855B-240C1B297FE6}" type="presParOf" srcId="{81AFAD86-4684-4D0D-A077-8A28D453E88C}" destId="{CA25C790-FA15-409F-8C10-593D8D2EA1EB}" srcOrd="3" destOrd="0" presId="urn:microsoft.com/office/officeart/2018/2/layout/IconVerticalSolidList"/>
    <dgm:cxn modelId="{4DCE0370-D3B0-45D6-A9ED-347C81202D1E}" type="presParOf" srcId="{E8E4A92E-3A0C-4AEE-A8B1-D8CAED170FF5}" destId="{A37453B6-2BB5-4BF0-AE15-30AEF2B8CDA7}" srcOrd="1" destOrd="0" presId="urn:microsoft.com/office/officeart/2018/2/layout/IconVerticalSolidList"/>
    <dgm:cxn modelId="{62652F11-8A59-4418-9A31-0AB3A4412FFB}" type="presParOf" srcId="{E8E4A92E-3A0C-4AEE-A8B1-D8CAED170FF5}" destId="{C8E320F1-D7FD-475D-8234-62F39CB45EEF}" srcOrd="2" destOrd="0" presId="urn:microsoft.com/office/officeart/2018/2/layout/IconVerticalSolidList"/>
    <dgm:cxn modelId="{E401110E-19AD-47DF-8333-0C7B58BF17DC}" type="presParOf" srcId="{C8E320F1-D7FD-475D-8234-62F39CB45EEF}" destId="{A819A80B-1B0F-4819-AA39-E99935D01451}" srcOrd="0" destOrd="0" presId="urn:microsoft.com/office/officeart/2018/2/layout/IconVerticalSolidList"/>
    <dgm:cxn modelId="{90E6B19E-7B5F-434A-9319-F291F4531DE8}" type="presParOf" srcId="{C8E320F1-D7FD-475D-8234-62F39CB45EEF}" destId="{1EE20E91-35E1-453B-8B78-10B321EB4B54}" srcOrd="1" destOrd="0" presId="urn:microsoft.com/office/officeart/2018/2/layout/IconVerticalSolidList"/>
    <dgm:cxn modelId="{E73C9F54-FDF7-476E-AD99-7AB4FB7E9449}" type="presParOf" srcId="{C8E320F1-D7FD-475D-8234-62F39CB45EEF}" destId="{47A9DB14-13C8-43C3-B970-99C419376D68}" srcOrd="2" destOrd="0" presId="urn:microsoft.com/office/officeart/2018/2/layout/IconVerticalSolidList"/>
    <dgm:cxn modelId="{7E494C50-129F-42CD-9F61-67251FFBC4EB}" type="presParOf" srcId="{C8E320F1-D7FD-475D-8234-62F39CB45EEF}" destId="{673B5A11-E8F4-48F9-B64E-7DFACA503416}" srcOrd="3" destOrd="0" presId="urn:microsoft.com/office/officeart/2018/2/layout/IconVerticalSolidList"/>
    <dgm:cxn modelId="{978AFFDC-F6F6-4EAD-B792-30264D65D4EC}" type="presParOf" srcId="{E8E4A92E-3A0C-4AEE-A8B1-D8CAED170FF5}" destId="{F33376D9-AD6B-4138-B2CA-E38A0393BBCF}" srcOrd="3" destOrd="0" presId="urn:microsoft.com/office/officeart/2018/2/layout/IconVerticalSolidList"/>
    <dgm:cxn modelId="{EE45C534-7F02-417E-8A06-81A64DAF0E08}" type="presParOf" srcId="{E8E4A92E-3A0C-4AEE-A8B1-D8CAED170FF5}" destId="{21359AEB-749C-4362-8A26-321FFB1AD27F}" srcOrd="4" destOrd="0" presId="urn:microsoft.com/office/officeart/2018/2/layout/IconVerticalSolidList"/>
    <dgm:cxn modelId="{70C22AA4-4989-42A1-86FE-5D2385E53385}" type="presParOf" srcId="{21359AEB-749C-4362-8A26-321FFB1AD27F}" destId="{53A502D9-1C3B-4196-8584-20B9553CDC24}" srcOrd="0" destOrd="0" presId="urn:microsoft.com/office/officeart/2018/2/layout/IconVerticalSolidList"/>
    <dgm:cxn modelId="{98902B49-F72F-44AA-B1AE-921E95D2F2E8}" type="presParOf" srcId="{21359AEB-749C-4362-8A26-321FFB1AD27F}" destId="{B5093DC2-2128-4A71-A110-E12F7401C597}" srcOrd="1" destOrd="0" presId="urn:microsoft.com/office/officeart/2018/2/layout/IconVerticalSolidList"/>
    <dgm:cxn modelId="{865C92DB-3F08-4146-BE8B-EB56A7B38008}" type="presParOf" srcId="{21359AEB-749C-4362-8A26-321FFB1AD27F}" destId="{00ED4989-F367-463C-B8A0-A0ED50280979}" srcOrd="2" destOrd="0" presId="urn:microsoft.com/office/officeart/2018/2/layout/IconVerticalSolidList"/>
    <dgm:cxn modelId="{9063F598-208B-45ED-B316-041A39EFC455}" type="presParOf" srcId="{21359AEB-749C-4362-8A26-321FFB1AD27F}" destId="{6BEE2D6C-E6AF-4ADA-B1C0-492DC80554F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7CCD124-F2C6-4237-B16A-8FFC6385E8B8}" type="doc">
      <dgm:prSet loTypeId="urn:microsoft.com/office/officeart/2005/8/layout/list1" loCatId="list" qsTypeId="urn:microsoft.com/office/officeart/2005/8/quickstyle/simple1" qsCatId="simple" csTypeId="urn:microsoft.com/office/officeart/2005/8/colors/accent1_2" csCatId="accent1"/>
      <dgm:spPr/>
      <dgm:t>
        <a:bodyPr/>
        <a:lstStyle/>
        <a:p>
          <a:endParaRPr lang="en-US"/>
        </a:p>
      </dgm:t>
    </dgm:pt>
    <dgm:pt modelId="{6F82D69B-3D87-4C9B-8A0D-7BAE3C249536}">
      <dgm:prSet/>
      <dgm:spPr/>
      <dgm:t>
        <a:bodyPr/>
        <a:lstStyle/>
        <a:p>
          <a:r>
            <a:rPr lang="en-US" b="1"/>
            <a:t>Community Feedback Insights</a:t>
          </a:r>
          <a:endParaRPr lang="en-US"/>
        </a:p>
      </dgm:t>
    </dgm:pt>
    <dgm:pt modelId="{0F988DFF-1180-472F-B5EA-D2774A791183}" type="parTrans" cxnId="{6E0ECCEA-EDED-45B6-8304-DD4E3A7AD4FB}">
      <dgm:prSet/>
      <dgm:spPr/>
      <dgm:t>
        <a:bodyPr/>
        <a:lstStyle/>
        <a:p>
          <a:endParaRPr lang="en-US"/>
        </a:p>
      </dgm:t>
    </dgm:pt>
    <dgm:pt modelId="{6B6F7C82-04A9-444B-A327-92D81A76F0A2}" type="sibTrans" cxnId="{6E0ECCEA-EDED-45B6-8304-DD4E3A7AD4FB}">
      <dgm:prSet/>
      <dgm:spPr/>
      <dgm:t>
        <a:bodyPr/>
        <a:lstStyle/>
        <a:p>
          <a:endParaRPr lang="en-US"/>
        </a:p>
      </dgm:t>
    </dgm:pt>
    <dgm:pt modelId="{5BA5DC1E-8F96-40D1-8B2D-780638233568}">
      <dgm:prSet/>
      <dgm:spPr/>
      <dgm:t>
        <a:bodyPr/>
        <a:lstStyle/>
        <a:p>
          <a:r>
            <a:rPr lang="en-US" b="1"/>
            <a:t>Top-Rated Locations</a:t>
          </a:r>
          <a:r>
            <a:rPr lang="en-US"/>
            <a:t>:</a:t>
          </a:r>
        </a:p>
      </dgm:t>
    </dgm:pt>
    <dgm:pt modelId="{E1F8B278-79B8-4A67-A874-2E37A88F64EA}" type="parTrans" cxnId="{6E4E40E8-6D75-49D4-A8A9-DF86A13D99EB}">
      <dgm:prSet/>
      <dgm:spPr/>
      <dgm:t>
        <a:bodyPr/>
        <a:lstStyle/>
        <a:p>
          <a:endParaRPr lang="en-US"/>
        </a:p>
      </dgm:t>
    </dgm:pt>
    <dgm:pt modelId="{E13996D2-D55F-426C-89F9-85E73DE2A004}" type="sibTrans" cxnId="{6E4E40E8-6D75-49D4-A8A9-DF86A13D99EB}">
      <dgm:prSet/>
      <dgm:spPr/>
      <dgm:t>
        <a:bodyPr/>
        <a:lstStyle/>
        <a:p>
          <a:endParaRPr lang="en-US"/>
        </a:p>
      </dgm:t>
    </dgm:pt>
    <dgm:pt modelId="{C2676F8B-E9FA-4CE3-AC97-0BFFF1E0B691}">
      <dgm:prSet/>
      <dgm:spPr/>
      <dgm:t>
        <a:bodyPr/>
        <a:lstStyle/>
        <a:p>
          <a:r>
            <a:rPr lang="en-US" b="1"/>
            <a:t>Gold Coast</a:t>
          </a:r>
          <a:r>
            <a:rPr lang="en-US"/>
            <a:t> (110) and </a:t>
          </a:r>
          <a:r>
            <a:rPr lang="en-US" b="1"/>
            <a:t>Hobart</a:t>
          </a:r>
          <a:r>
            <a:rPr lang="en-US"/>
            <a:t> show strong community approval, likely due to effective service and community engagement.</a:t>
          </a:r>
        </a:p>
      </dgm:t>
    </dgm:pt>
    <dgm:pt modelId="{0FEE4EA3-76D4-4968-B1E0-11A1FAAA64A7}" type="parTrans" cxnId="{CC3E2560-E683-4311-87BA-84C0F415190B}">
      <dgm:prSet/>
      <dgm:spPr/>
      <dgm:t>
        <a:bodyPr/>
        <a:lstStyle/>
        <a:p>
          <a:endParaRPr lang="en-US"/>
        </a:p>
      </dgm:t>
    </dgm:pt>
    <dgm:pt modelId="{06BCCFC2-95EF-4F6B-B5FF-5CE57812B7BF}" type="sibTrans" cxnId="{CC3E2560-E683-4311-87BA-84C0F415190B}">
      <dgm:prSet/>
      <dgm:spPr/>
      <dgm:t>
        <a:bodyPr/>
        <a:lstStyle/>
        <a:p>
          <a:endParaRPr lang="en-US"/>
        </a:p>
      </dgm:t>
    </dgm:pt>
    <dgm:pt modelId="{79C194B5-A580-4BDC-B0FE-DF4055F43E6C}">
      <dgm:prSet/>
      <dgm:spPr/>
      <dgm:t>
        <a:bodyPr/>
        <a:lstStyle/>
        <a:p>
          <a:r>
            <a:rPr lang="en-US" b="1"/>
            <a:t>Mid-Rated Locations</a:t>
          </a:r>
          <a:r>
            <a:rPr lang="en-US"/>
            <a:t>:</a:t>
          </a:r>
        </a:p>
      </dgm:t>
    </dgm:pt>
    <dgm:pt modelId="{ACC0E9F6-9E28-4651-A01F-BADCF8719970}" type="parTrans" cxnId="{B037B200-15DF-4FB4-A97E-831A3B6C3CF4}">
      <dgm:prSet/>
      <dgm:spPr/>
      <dgm:t>
        <a:bodyPr/>
        <a:lstStyle/>
        <a:p>
          <a:endParaRPr lang="en-US"/>
        </a:p>
      </dgm:t>
    </dgm:pt>
    <dgm:pt modelId="{3CB90C7C-2212-4EC0-A697-9451E69AA224}" type="sibTrans" cxnId="{B037B200-15DF-4FB4-A97E-831A3B6C3CF4}">
      <dgm:prSet/>
      <dgm:spPr/>
      <dgm:t>
        <a:bodyPr/>
        <a:lstStyle/>
        <a:p>
          <a:endParaRPr lang="en-US"/>
        </a:p>
      </dgm:t>
    </dgm:pt>
    <dgm:pt modelId="{7BA22D00-EF20-49EE-8DAF-2699EC1D6013}">
      <dgm:prSet/>
      <dgm:spPr/>
      <dgm:t>
        <a:bodyPr/>
        <a:lstStyle/>
        <a:p>
          <a:r>
            <a:rPr lang="en-US" b="1"/>
            <a:t>Perth, Melbourne, Newcastle</a:t>
          </a:r>
          <a:r>
            <a:rPr lang="en-US"/>
            <a:t> demonstrate moderate community satisfaction.</a:t>
          </a:r>
        </a:p>
      </dgm:t>
    </dgm:pt>
    <dgm:pt modelId="{0F664342-BBF9-4170-B967-987EF412F32D}" type="parTrans" cxnId="{6A82AB28-1617-42DB-848B-09D3D8E83FDD}">
      <dgm:prSet/>
      <dgm:spPr/>
      <dgm:t>
        <a:bodyPr/>
        <a:lstStyle/>
        <a:p>
          <a:endParaRPr lang="en-US"/>
        </a:p>
      </dgm:t>
    </dgm:pt>
    <dgm:pt modelId="{330E1B11-043C-40ED-9819-6F0D76191D92}" type="sibTrans" cxnId="{6A82AB28-1617-42DB-848B-09D3D8E83FDD}">
      <dgm:prSet/>
      <dgm:spPr/>
      <dgm:t>
        <a:bodyPr/>
        <a:lstStyle/>
        <a:p>
          <a:endParaRPr lang="en-US"/>
        </a:p>
      </dgm:t>
    </dgm:pt>
    <dgm:pt modelId="{C7C0DDA8-6CCD-447A-BAD4-1014B8D9644A}">
      <dgm:prSet/>
      <dgm:spPr/>
      <dgm:t>
        <a:bodyPr/>
        <a:lstStyle/>
        <a:p>
          <a:r>
            <a:rPr lang="en-US" b="1"/>
            <a:t>Low-Rated Locations</a:t>
          </a:r>
          <a:r>
            <a:rPr lang="en-US"/>
            <a:t>:</a:t>
          </a:r>
        </a:p>
      </dgm:t>
    </dgm:pt>
    <dgm:pt modelId="{13B64D1F-81D0-4B24-B840-9567E2CCB9D7}" type="parTrans" cxnId="{D09B0D71-F8DE-42AE-824A-3B9774357673}">
      <dgm:prSet/>
      <dgm:spPr/>
      <dgm:t>
        <a:bodyPr/>
        <a:lstStyle/>
        <a:p>
          <a:endParaRPr lang="en-US"/>
        </a:p>
      </dgm:t>
    </dgm:pt>
    <dgm:pt modelId="{EBEDA7E8-78B9-4F81-B777-9F168EF79117}" type="sibTrans" cxnId="{D09B0D71-F8DE-42AE-824A-3B9774357673}">
      <dgm:prSet/>
      <dgm:spPr/>
      <dgm:t>
        <a:bodyPr/>
        <a:lstStyle/>
        <a:p>
          <a:endParaRPr lang="en-US"/>
        </a:p>
      </dgm:t>
    </dgm:pt>
    <dgm:pt modelId="{7EDBC430-03F1-4F25-9F1E-E846BA2A3394}">
      <dgm:prSet/>
      <dgm:spPr/>
      <dgm:t>
        <a:bodyPr/>
        <a:lstStyle/>
        <a:p>
          <a:r>
            <a:rPr lang="en-US" b="1"/>
            <a:t>Brisbane, Sydney, Darwin, Adelaide</a:t>
          </a:r>
          <a:r>
            <a:rPr lang="en-US"/>
            <a:t> have lower feedback, with </a:t>
          </a:r>
          <a:r>
            <a:rPr lang="en-US" b="1"/>
            <a:t>Adelaide</a:t>
          </a:r>
          <a:r>
            <a:rPr lang="en-US"/>
            <a:t> scoring the lowest (&lt;90), indicating potential issues in customer service or community relations.</a:t>
          </a:r>
        </a:p>
      </dgm:t>
    </dgm:pt>
    <dgm:pt modelId="{C2DA7CEE-9AAE-46A9-96D0-CA68EFFA8C48}" type="parTrans" cxnId="{6359FA5C-3781-46C6-9870-6799B44DD92F}">
      <dgm:prSet/>
      <dgm:spPr/>
      <dgm:t>
        <a:bodyPr/>
        <a:lstStyle/>
        <a:p>
          <a:endParaRPr lang="en-US"/>
        </a:p>
      </dgm:t>
    </dgm:pt>
    <dgm:pt modelId="{30C5C6B2-C110-4AE3-865B-63DE70FFAB52}" type="sibTrans" cxnId="{6359FA5C-3781-46C6-9870-6799B44DD92F}">
      <dgm:prSet/>
      <dgm:spPr/>
      <dgm:t>
        <a:bodyPr/>
        <a:lstStyle/>
        <a:p>
          <a:endParaRPr lang="en-US"/>
        </a:p>
      </dgm:t>
    </dgm:pt>
    <dgm:pt modelId="{3A885B13-066D-44C4-9708-E020BF7FBA51}" type="pres">
      <dgm:prSet presAssocID="{87CCD124-F2C6-4237-B16A-8FFC6385E8B8}" presName="linear" presStyleCnt="0">
        <dgm:presLayoutVars>
          <dgm:dir/>
          <dgm:animLvl val="lvl"/>
          <dgm:resizeHandles val="exact"/>
        </dgm:presLayoutVars>
      </dgm:prSet>
      <dgm:spPr/>
    </dgm:pt>
    <dgm:pt modelId="{B17F6088-AC75-4712-8ABF-578DA08D99B2}" type="pres">
      <dgm:prSet presAssocID="{6F82D69B-3D87-4C9B-8A0D-7BAE3C249536}" presName="parentLin" presStyleCnt="0"/>
      <dgm:spPr/>
    </dgm:pt>
    <dgm:pt modelId="{2830D889-6142-4C5C-981F-0F24871AD5D5}" type="pres">
      <dgm:prSet presAssocID="{6F82D69B-3D87-4C9B-8A0D-7BAE3C249536}" presName="parentLeftMargin" presStyleLbl="node1" presStyleIdx="0" presStyleCnt="4"/>
      <dgm:spPr/>
    </dgm:pt>
    <dgm:pt modelId="{3E444900-99A2-4302-87C3-E142FD4B37BE}" type="pres">
      <dgm:prSet presAssocID="{6F82D69B-3D87-4C9B-8A0D-7BAE3C249536}" presName="parentText" presStyleLbl="node1" presStyleIdx="0" presStyleCnt="4">
        <dgm:presLayoutVars>
          <dgm:chMax val="0"/>
          <dgm:bulletEnabled val="1"/>
        </dgm:presLayoutVars>
      </dgm:prSet>
      <dgm:spPr/>
    </dgm:pt>
    <dgm:pt modelId="{26E5B5B9-65DB-4448-B4C9-F1EE33258801}" type="pres">
      <dgm:prSet presAssocID="{6F82D69B-3D87-4C9B-8A0D-7BAE3C249536}" presName="negativeSpace" presStyleCnt="0"/>
      <dgm:spPr/>
    </dgm:pt>
    <dgm:pt modelId="{9203F5B7-1764-42C8-A66F-DD5FF1248629}" type="pres">
      <dgm:prSet presAssocID="{6F82D69B-3D87-4C9B-8A0D-7BAE3C249536}" presName="childText" presStyleLbl="conFgAcc1" presStyleIdx="0" presStyleCnt="4" custLinFactY="-124117" custLinFactNeighborX="-798" custLinFactNeighborY="-200000">
        <dgm:presLayoutVars>
          <dgm:bulletEnabled val="1"/>
        </dgm:presLayoutVars>
      </dgm:prSet>
      <dgm:spPr/>
    </dgm:pt>
    <dgm:pt modelId="{0E170CD0-78AC-4564-83AD-76BF5FBE625F}" type="pres">
      <dgm:prSet presAssocID="{6B6F7C82-04A9-444B-A327-92D81A76F0A2}" presName="spaceBetweenRectangles" presStyleCnt="0"/>
      <dgm:spPr/>
    </dgm:pt>
    <dgm:pt modelId="{CF467D8F-CEA7-481A-88AE-84FC827CB575}" type="pres">
      <dgm:prSet presAssocID="{5BA5DC1E-8F96-40D1-8B2D-780638233568}" presName="parentLin" presStyleCnt="0"/>
      <dgm:spPr/>
    </dgm:pt>
    <dgm:pt modelId="{9B25F8BB-9865-4F59-B1B1-7BA83743EF20}" type="pres">
      <dgm:prSet presAssocID="{5BA5DC1E-8F96-40D1-8B2D-780638233568}" presName="parentLeftMargin" presStyleLbl="node1" presStyleIdx="0" presStyleCnt="4"/>
      <dgm:spPr/>
    </dgm:pt>
    <dgm:pt modelId="{FDFDB00E-D1D2-4C5E-8E13-5E8CCF3EE842}" type="pres">
      <dgm:prSet presAssocID="{5BA5DC1E-8F96-40D1-8B2D-780638233568}" presName="parentText" presStyleLbl="node1" presStyleIdx="1" presStyleCnt="4">
        <dgm:presLayoutVars>
          <dgm:chMax val="0"/>
          <dgm:bulletEnabled val="1"/>
        </dgm:presLayoutVars>
      </dgm:prSet>
      <dgm:spPr/>
    </dgm:pt>
    <dgm:pt modelId="{C8C231D2-1AEE-4C1B-BFD1-964115A9C21B}" type="pres">
      <dgm:prSet presAssocID="{5BA5DC1E-8F96-40D1-8B2D-780638233568}" presName="negativeSpace" presStyleCnt="0"/>
      <dgm:spPr/>
    </dgm:pt>
    <dgm:pt modelId="{AF2095A2-9903-4E0C-9136-0B7433B7625B}" type="pres">
      <dgm:prSet presAssocID="{5BA5DC1E-8F96-40D1-8B2D-780638233568}" presName="childText" presStyleLbl="conFgAcc1" presStyleIdx="1" presStyleCnt="4">
        <dgm:presLayoutVars>
          <dgm:bulletEnabled val="1"/>
        </dgm:presLayoutVars>
      </dgm:prSet>
      <dgm:spPr/>
    </dgm:pt>
    <dgm:pt modelId="{48ED6562-CD6A-41C5-913A-2AC60E3C67CE}" type="pres">
      <dgm:prSet presAssocID="{E13996D2-D55F-426C-89F9-85E73DE2A004}" presName="spaceBetweenRectangles" presStyleCnt="0"/>
      <dgm:spPr/>
    </dgm:pt>
    <dgm:pt modelId="{A693B05B-9B3E-459A-82EB-9EA867DE668D}" type="pres">
      <dgm:prSet presAssocID="{79C194B5-A580-4BDC-B0FE-DF4055F43E6C}" presName="parentLin" presStyleCnt="0"/>
      <dgm:spPr/>
    </dgm:pt>
    <dgm:pt modelId="{6C04DECE-69AC-4CEA-A026-627AC76F933C}" type="pres">
      <dgm:prSet presAssocID="{79C194B5-A580-4BDC-B0FE-DF4055F43E6C}" presName="parentLeftMargin" presStyleLbl="node1" presStyleIdx="1" presStyleCnt="4"/>
      <dgm:spPr/>
    </dgm:pt>
    <dgm:pt modelId="{30362957-7C56-4CA9-B094-9D213E76C73C}" type="pres">
      <dgm:prSet presAssocID="{79C194B5-A580-4BDC-B0FE-DF4055F43E6C}" presName="parentText" presStyleLbl="node1" presStyleIdx="2" presStyleCnt="4">
        <dgm:presLayoutVars>
          <dgm:chMax val="0"/>
          <dgm:bulletEnabled val="1"/>
        </dgm:presLayoutVars>
      </dgm:prSet>
      <dgm:spPr/>
    </dgm:pt>
    <dgm:pt modelId="{E4901546-F0EB-456E-8B0B-85457B11B532}" type="pres">
      <dgm:prSet presAssocID="{79C194B5-A580-4BDC-B0FE-DF4055F43E6C}" presName="negativeSpace" presStyleCnt="0"/>
      <dgm:spPr/>
    </dgm:pt>
    <dgm:pt modelId="{C41A9277-2CE3-4D6A-B7D5-97186792213A}" type="pres">
      <dgm:prSet presAssocID="{79C194B5-A580-4BDC-B0FE-DF4055F43E6C}" presName="childText" presStyleLbl="conFgAcc1" presStyleIdx="2" presStyleCnt="4">
        <dgm:presLayoutVars>
          <dgm:bulletEnabled val="1"/>
        </dgm:presLayoutVars>
      </dgm:prSet>
      <dgm:spPr/>
    </dgm:pt>
    <dgm:pt modelId="{F7D7259A-2AEE-481B-B3F6-AFB6C89A3EA3}" type="pres">
      <dgm:prSet presAssocID="{3CB90C7C-2212-4EC0-A697-9451E69AA224}" presName="spaceBetweenRectangles" presStyleCnt="0"/>
      <dgm:spPr/>
    </dgm:pt>
    <dgm:pt modelId="{7A2D7E97-81E9-454F-8FF0-4686EE531754}" type="pres">
      <dgm:prSet presAssocID="{C7C0DDA8-6CCD-447A-BAD4-1014B8D9644A}" presName="parentLin" presStyleCnt="0"/>
      <dgm:spPr/>
    </dgm:pt>
    <dgm:pt modelId="{2F16481E-7D0C-4850-93B9-C6EFA14F4A34}" type="pres">
      <dgm:prSet presAssocID="{C7C0DDA8-6CCD-447A-BAD4-1014B8D9644A}" presName="parentLeftMargin" presStyleLbl="node1" presStyleIdx="2" presStyleCnt="4"/>
      <dgm:spPr/>
    </dgm:pt>
    <dgm:pt modelId="{5B3F7560-7EB7-4FC0-90DB-3FF42F957998}" type="pres">
      <dgm:prSet presAssocID="{C7C0DDA8-6CCD-447A-BAD4-1014B8D9644A}" presName="parentText" presStyleLbl="node1" presStyleIdx="3" presStyleCnt="4">
        <dgm:presLayoutVars>
          <dgm:chMax val="0"/>
          <dgm:bulletEnabled val="1"/>
        </dgm:presLayoutVars>
      </dgm:prSet>
      <dgm:spPr/>
    </dgm:pt>
    <dgm:pt modelId="{FDDB1E00-EB10-4EA4-BE62-3DB75308898F}" type="pres">
      <dgm:prSet presAssocID="{C7C0DDA8-6CCD-447A-BAD4-1014B8D9644A}" presName="negativeSpace" presStyleCnt="0"/>
      <dgm:spPr/>
    </dgm:pt>
    <dgm:pt modelId="{CFF3EB22-3CC9-439A-8453-1A8A76C85EB6}" type="pres">
      <dgm:prSet presAssocID="{C7C0DDA8-6CCD-447A-BAD4-1014B8D9644A}" presName="childText" presStyleLbl="conFgAcc1" presStyleIdx="3" presStyleCnt="4">
        <dgm:presLayoutVars>
          <dgm:bulletEnabled val="1"/>
        </dgm:presLayoutVars>
      </dgm:prSet>
      <dgm:spPr/>
    </dgm:pt>
  </dgm:ptLst>
  <dgm:cxnLst>
    <dgm:cxn modelId="{B037B200-15DF-4FB4-A97E-831A3B6C3CF4}" srcId="{87CCD124-F2C6-4237-B16A-8FFC6385E8B8}" destId="{79C194B5-A580-4BDC-B0FE-DF4055F43E6C}" srcOrd="2" destOrd="0" parTransId="{ACC0E9F6-9E28-4651-A01F-BADCF8719970}" sibTransId="{3CB90C7C-2212-4EC0-A697-9451E69AA224}"/>
    <dgm:cxn modelId="{6A82AB28-1617-42DB-848B-09D3D8E83FDD}" srcId="{79C194B5-A580-4BDC-B0FE-DF4055F43E6C}" destId="{7BA22D00-EF20-49EE-8DAF-2699EC1D6013}" srcOrd="0" destOrd="0" parTransId="{0F664342-BBF9-4170-B967-987EF412F32D}" sibTransId="{330E1B11-043C-40ED-9819-6F0D76191D92}"/>
    <dgm:cxn modelId="{89D15130-5D10-44FC-8E54-E0BB30112C37}" type="presOf" srcId="{C7C0DDA8-6CCD-447A-BAD4-1014B8D9644A}" destId="{5B3F7560-7EB7-4FC0-90DB-3FF42F957998}" srcOrd="1" destOrd="0" presId="urn:microsoft.com/office/officeart/2005/8/layout/list1"/>
    <dgm:cxn modelId="{6359FA5C-3781-46C6-9870-6799B44DD92F}" srcId="{C7C0DDA8-6CCD-447A-BAD4-1014B8D9644A}" destId="{7EDBC430-03F1-4F25-9F1E-E846BA2A3394}" srcOrd="0" destOrd="0" parTransId="{C2DA7CEE-9AAE-46A9-96D0-CA68EFFA8C48}" sibTransId="{30C5C6B2-C110-4AE3-865B-63DE70FFAB52}"/>
    <dgm:cxn modelId="{CC3E2560-E683-4311-87BA-84C0F415190B}" srcId="{5BA5DC1E-8F96-40D1-8B2D-780638233568}" destId="{C2676F8B-E9FA-4CE3-AC97-0BFFF1E0B691}" srcOrd="0" destOrd="0" parTransId="{0FEE4EA3-76D4-4968-B1E0-11A1FAAA64A7}" sibTransId="{06BCCFC2-95EF-4F6B-B5FF-5CE57812B7BF}"/>
    <dgm:cxn modelId="{C29FA862-1D97-42CD-92C1-DAF79B4D8026}" type="presOf" srcId="{6F82D69B-3D87-4C9B-8A0D-7BAE3C249536}" destId="{3E444900-99A2-4302-87C3-E142FD4B37BE}" srcOrd="1" destOrd="0" presId="urn:microsoft.com/office/officeart/2005/8/layout/list1"/>
    <dgm:cxn modelId="{40934B6B-E29C-4073-923E-9D07BAB2000B}" type="presOf" srcId="{87CCD124-F2C6-4237-B16A-8FFC6385E8B8}" destId="{3A885B13-066D-44C4-9708-E020BF7FBA51}" srcOrd="0" destOrd="0" presId="urn:microsoft.com/office/officeart/2005/8/layout/list1"/>
    <dgm:cxn modelId="{E7B28C6D-7283-4BD4-AE76-EA06AA0B5DD1}" type="presOf" srcId="{C7C0DDA8-6CCD-447A-BAD4-1014B8D9644A}" destId="{2F16481E-7D0C-4850-93B9-C6EFA14F4A34}" srcOrd="0" destOrd="0" presId="urn:microsoft.com/office/officeart/2005/8/layout/list1"/>
    <dgm:cxn modelId="{D09B0D71-F8DE-42AE-824A-3B9774357673}" srcId="{87CCD124-F2C6-4237-B16A-8FFC6385E8B8}" destId="{C7C0DDA8-6CCD-447A-BAD4-1014B8D9644A}" srcOrd="3" destOrd="0" parTransId="{13B64D1F-81D0-4B24-B840-9567E2CCB9D7}" sibTransId="{EBEDA7E8-78B9-4F81-B777-9F168EF79117}"/>
    <dgm:cxn modelId="{8E4F6A9C-8C56-4F14-AD2A-4F2567878AD9}" type="presOf" srcId="{79C194B5-A580-4BDC-B0FE-DF4055F43E6C}" destId="{30362957-7C56-4CA9-B094-9D213E76C73C}" srcOrd="1" destOrd="0" presId="urn:microsoft.com/office/officeart/2005/8/layout/list1"/>
    <dgm:cxn modelId="{721D989D-4E9F-4D5D-AC93-7D23535EE777}" type="presOf" srcId="{5BA5DC1E-8F96-40D1-8B2D-780638233568}" destId="{FDFDB00E-D1D2-4C5E-8E13-5E8CCF3EE842}" srcOrd="1" destOrd="0" presId="urn:microsoft.com/office/officeart/2005/8/layout/list1"/>
    <dgm:cxn modelId="{7B3780A0-6F07-4528-B061-D974155DAE82}" type="presOf" srcId="{7BA22D00-EF20-49EE-8DAF-2699EC1D6013}" destId="{C41A9277-2CE3-4D6A-B7D5-97186792213A}" srcOrd="0" destOrd="0" presId="urn:microsoft.com/office/officeart/2005/8/layout/list1"/>
    <dgm:cxn modelId="{ED1DFFAA-9602-4CAD-B837-2E29559B2C14}" type="presOf" srcId="{79C194B5-A580-4BDC-B0FE-DF4055F43E6C}" destId="{6C04DECE-69AC-4CEA-A026-627AC76F933C}" srcOrd="0" destOrd="0" presId="urn:microsoft.com/office/officeart/2005/8/layout/list1"/>
    <dgm:cxn modelId="{847EE6B8-737E-4AC9-953F-19B8CDD07D94}" type="presOf" srcId="{6F82D69B-3D87-4C9B-8A0D-7BAE3C249536}" destId="{2830D889-6142-4C5C-981F-0F24871AD5D5}" srcOrd="0" destOrd="0" presId="urn:microsoft.com/office/officeart/2005/8/layout/list1"/>
    <dgm:cxn modelId="{44086BC3-42B8-4E38-8DEE-4924616BD489}" type="presOf" srcId="{C2676F8B-E9FA-4CE3-AC97-0BFFF1E0B691}" destId="{AF2095A2-9903-4E0C-9136-0B7433B7625B}" srcOrd="0" destOrd="0" presId="urn:microsoft.com/office/officeart/2005/8/layout/list1"/>
    <dgm:cxn modelId="{413B06E7-CAF0-455E-BC66-BCC531FDE4FD}" type="presOf" srcId="{7EDBC430-03F1-4F25-9F1E-E846BA2A3394}" destId="{CFF3EB22-3CC9-439A-8453-1A8A76C85EB6}" srcOrd="0" destOrd="0" presId="urn:microsoft.com/office/officeart/2005/8/layout/list1"/>
    <dgm:cxn modelId="{6E4E40E8-6D75-49D4-A8A9-DF86A13D99EB}" srcId="{87CCD124-F2C6-4237-B16A-8FFC6385E8B8}" destId="{5BA5DC1E-8F96-40D1-8B2D-780638233568}" srcOrd="1" destOrd="0" parTransId="{E1F8B278-79B8-4A67-A874-2E37A88F64EA}" sibTransId="{E13996D2-D55F-426C-89F9-85E73DE2A004}"/>
    <dgm:cxn modelId="{6E0ECCEA-EDED-45B6-8304-DD4E3A7AD4FB}" srcId="{87CCD124-F2C6-4237-B16A-8FFC6385E8B8}" destId="{6F82D69B-3D87-4C9B-8A0D-7BAE3C249536}" srcOrd="0" destOrd="0" parTransId="{0F988DFF-1180-472F-B5EA-D2774A791183}" sibTransId="{6B6F7C82-04A9-444B-A327-92D81A76F0A2}"/>
    <dgm:cxn modelId="{3690CAF4-2CFC-414B-AE4C-0D9AF41EABFB}" type="presOf" srcId="{5BA5DC1E-8F96-40D1-8B2D-780638233568}" destId="{9B25F8BB-9865-4F59-B1B1-7BA83743EF20}" srcOrd="0" destOrd="0" presId="urn:microsoft.com/office/officeart/2005/8/layout/list1"/>
    <dgm:cxn modelId="{4C1FEA72-1596-4577-9306-273D59B71A10}" type="presParOf" srcId="{3A885B13-066D-44C4-9708-E020BF7FBA51}" destId="{B17F6088-AC75-4712-8ABF-578DA08D99B2}" srcOrd="0" destOrd="0" presId="urn:microsoft.com/office/officeart/2005/8/layout/list1"/>
    <dgm:cxn modelId="{374D7B74-5F65-433F-B176-27B71600C443}" type="presParOf" srcId="{B17F6088-AC75-4712-8ABF-578DA08D99B2}" destId="{2830D889-6142-4C5C-981F-0F24871AD5D5}" srcOrd="0" destOrd="0" presId="urn:microsoft.com/office/officeart/2005/8/layout/list1"/>
    <dgm:cxn modelId="{5C6B1C81-B612-4237-BE8D-05A41DD262B1}" type="presParOf" srcId="{B17F6088-AC75-4712-8ABF-578DA08D99B2}" destId="{3E444900-99A2-4302-87C3-E142FD4B37BE}" srcOrd="1" destOrd="0" presId="urn:microsoft.com/office/officeart/2005/8/layout/list1"/>
    <dgm:cxn modelId="{57C64494-EF25-405F-940E-B7107258278B}" type="presParOf" srcId="{3A885B13-066D-44C4-9708-E020BF7FBA51}" destId="{26E5B5B9-65DB-4448-B4C9-F1EE33258801}" srcOrd="1" destOrd="0" presId="urn:microsoft.com/office/officeart/2005/8/layout/list1"/>
    <dgm:cxn modelId="{D78B09AF-1F74-4C32-A149-467931D920D9}" type="presParOf" srcId="{3A885B13-066D-44C4-9708-E020BF7FBA51}" destId="{9203F5B7-1764-42C8-A66F-DD5FF1248629}" srcOrd="2" destOrd="0" presId="urn:microsoft.com/office/officeart/2005/8/layout/list1"/>
    <dgm:cxn modelId="{042B35C1-0714-476A-84F0-98515B6B4B7C}" type="presParOf" srcId="{3A885B13-066D-44C4-9708-E020BF7FBA51}" destId="{0E170CD0-78AC-4564-83AD-76BF5FBE625F}" srcOrd="3" destOrd="0" presId="urn:microsoft.com/office/officeart/2005/8/layout/list1"/>
    <dgm:cxn modelId="{86BA6EC7-D2E7-4BC3-82F1-6AFCBAD53BA1}" type="presParOf" srcId="{3A885B13-066D-44C4-9708-E020BF7FBA51}" destId="{CF467D8F-CEA7-481A-88AE-84FC827CB575}" srcOrd="4" destOrd="0" presId="urn:microsoft.com/office/officeart/2005/8/layout/list1"/>
    <dgm:cxn modelId="{A339E216-B52E-46E9-A27C-F60B9B37F2E0}" type="presParOf" srcId="{CF467D8F-CEA7-481A-88AE-84FC827CB575}" destId="{9B25F8BB-9865-4F59-B1B1-7BA83743EF20}" srcOrd="0" destOrd="0" presId="urn:microsoft.com/office/officeart/2005/8/layout/list1"/>
    <dgm:cxn modelId="{DD9D2B30-FFBD-40A5-93D4-DF38705C2EF5}" type="presParOf" srcId="{CF467D8F-CEA7-481A-88AE-84FC827CB575}" destId="{FDFDB00E-D1D2-4C5E-8E13-5E8CCF3EE842}" srcOrd="1" destOrd="0" presId="urn:microsoft.com/office/officeart/2005/8/layout/list1"/>
    <dgm:cxn modelId="{3F445831-D77F-418D-8827-D2F69A3507BF}" type="presParOf" srcId="{3A885B13-066D-44C4-9708-E020BF7FBA51}" destId="{C8C231D2-1AEE-4C1B-BFD1-964115A9C21B}" srcOrd="5" destOrd="0" presId="urn:microsoft.com/office/officeart/2005/8/layout/list1"/>
    <dgm:cxn modelId="{28051E79-620D-4FFC-AC0F-E92EA64236BD}" type="presParOf" srcId="{3A885B13-066D-44C4-9708-E020BF7FBA51}" destId="{AF2095A2-9903-4E0C-9136-0B7433B7625B}" srcOrd="6" destOrd="0" presId="urn:microsoft.com/office/officeart/2005/8/layout/list1"/>
    <dgm:cxn modelId="{F583C731-1B05-4A30-9275-8C1F37063290}" type="presParOf" srcId="{3A885B13-066D-44C4-9708-E020BF7FBA51}" destId="{48ED6562-CD6A-41C5-913A-2AC60E3C67CE}" srcOrd="7" destOrd="0" presId="urn:microsoft.com/office/officeart/2005/8/layout/list1"/>
    <dgm:cxn modelId="{457AA33D-FB41-4AD4-A4A1-8D56B33E251E}" type="presParOf" srcId="{3A885B13-066D-44C4-9708-E020BF7FBA51}" destId="{A693B05B-9B3E-459A-82EB-9EA867DE668D}" srcOrd="8" destOrd="0" presId="urn:microsoft.com/office/officeart/2005/8/layout/list1"/>
    <dgm:cxn modelId="{4569542B-53ED-4E03-8E89-572B4E424E4D}" type="presParOf" srcId="{A693B05B-9B3E-459A-82EB-9EA867DE668D}" destId="{6C04DECE-69AC-4CEA-A026-627AC76F933C}" srcOrd="0" destOrd="0" presId="urn:microsoft.com/office/officeart/2005/8/layout/list1"/>
    <dgm:cxn modelId="{F1491241-E5FC-465D-B457-FB3468AACA4F}" type="presParOf" srcId="{A693B05B-9B3E-459A-82EB-9EA867DE668D}" destId="{30362957-7C56-4CA9-B094-9D213E76C73C}" srcOrd="1" destOrd="0" presId="urn:microsoft.com/office/officeart/2005/8/layout/list1"/>
    <dgm:cxn modelId="{07FFC168-2DA0-4E32-A805-16BF9E5355E0}" type="presParOf" srcId="{3A885B13-066D-44C4-9708-E020BF7FBA51}" destId="{E4901546-F0EB-456E-8B0B-85457B11B532}" srcOrd="9" destOrd="0" presId="urn:microsoft.com/office/officeart/2005/8/layout/list1"/>
    <dgm:cxn modelId="{63DEC878-5DAA-4FC4-BA82-0B6546413693}" type="presParOf" srcId="{3A885B13-066D-44C4-9708-E020BF7FBA51}" destId="{C41A9277-2CE3-4D6A-B7D5-97186792213A}" srcOrd="10" destOrd="0" presId="urn:microsoft.com/office/officeart/2005/8/layout/list1"/>
    <dgm:cxn modelId="{3B2AED77-51A0-4FA5-BBB7-3AA6259C3948}" type="presParOf" srcId="{3A885B13-066D-44C4-9708-E020BF7FBA51}" destId="{F7D7259A-2AEE-481B-B3F6-AFB6C89A3EA3}" srcOrd="11" destOrd="0" presId="urn:microsoft.com/office/officeart/2005/8/layout/list1"/>
    <dgm:cxn modelId="{EB671A8C-2209-475B-A3B7-80AB543FE064}" type="presParOf" srcId="{3A885B13-066D-44C4-9708-E020BF7FBA51}" destId="{7A2D7E97-81E9-454F-8FF0-4686EE531754}" srcOrd="12" destOrd="0" presId="urn:microsoft.com/office/officeart/2005/8/layout/list1"/>
    <dgm:cxn modelId="{210180EA-C6FC-4FA7-8ABB-C199331E6236}" type="presParOf" srcId="{7A2D7E97-81E9-454F-8FF0-4686EE531754}" destId="{2F16481E-7D0C-4850-93B9-C6EFA14F4A34}" srcOrd="0" destOrd="0" presId="urn:microsoft.com/office/officeart/2005/8/layout/list1"/>
    <dgm:cxn modelId="{12DD548F-3DEB-49B6-98B3-6FD6681840E8}" type="presParOf" srcId="{7A2D7E97-81E9-454F-8FF0-4686EE531754}" destId="{5B3F7560-7EB7-4FC0-90DB-3FF42F957998}" srcOrd="1" destOrd="0" presId="urn:microsoft.com/office/officeart/2005/8/layout/list1"/>
    <dgm:cxn modelId="{DA116F60-DA32-4EC0-AD11-A7FCED2925B1}" type="presParOf" srcId="{3A885B13-066D-44C4-9708-E020BF7FBA51}" destId="{FDDB1E00-EB10-4EA4-BE62-3DB75308898F}" srcOrd="13" destOrd="0" presId="urn:microsoft.com/office/officeart/2005/8/layout/list1"/>
    <dgm:cxn modelId="{6CD1B992-8848-41FF-B182-111782359B14}" type="presParOf" srcId="{3A885B13-066D-44C4-9708-E020BF7FBA51}" destId="{CFF3EB22-3CC9-439A-8453-1A8A76C85EB6}" srcOrd="14"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9DE9FB5-B744-4FDA-9007-BD272C1ACA3A}"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6808A958-B05B-489A-B7A1-F826E7D74BEA}">
      <dgm:prSet/>
      <dgm:spPr>
        <a:ln>
          <a:solidFill>
            <a:schemeClr val="accent1">
              <a:lumMod val="40000"/>
              <a:lumOff val="60000"/>
            </a:schemeClr>
          </a:solidFill>
        </a:ln>
      </dgm:spPr>
      <dgm:t>
        <a:bodyPr/>
        <a:lstStyle/>
        <a:p>
          <a:r>
            <a:rPr lang="en-US" dirty="0"/>
            <a:t>Air Quality Check: High in Melbourne (32), Sydney (27), and Darwin (29) – likely due to urban pollution.</a:t>
          </a:r>
        </a:p>
      </dgm:t>
    </dgm:pt>
    <dgm:pt modelId="{07FC3580-51C6-4B3B-B67E-0B0A1BE715FD}" type="parTrans" cxnId="{05BFC678-F7A6-406A-9C04-02C8A84BD89F}">
      <dgm:prSet/>
      <dgm:spPr/>
      <dgm:t>
        <a:bodyPr/>
        <a:lstStyle/>
        <a:p>
          <a:endParaRPr lang="en-US"/>
        </a:p>
      </dgm:t>
    </dgm:pt>
    <dgm:pt modelId="{827244D2-B9C7-4C21-92EA-D25CA32852E1}" type="sibTrans" cxnId="{05BFC678-F7A6-406A-9C04-02C8A84BD89F}">
      <dgm:prSet/>
      <dgm:spPr/>
      <dgm:t>
        <a:bodyPr/>
        <a:lstStyle/>
        <a:p>
          <a:endParaRPr lang="en-US"/>
        </a:p>
      </dgm:t>
    </dgm:pt>
    <dgm:pt modelId="{C83A62C8-FEB3-4D88-B044-17A062F70745}">
      <dgm:prSet/>
      <dgm:spPr/>
      <dgm:t>
        <a:bodyPr/>
        <a:lstStyle/>
        <a:p>
          <a:r>
            <a:rPr lang="en-US"/>
            <a:t>Noise Level Measurement: Highest in Gold Coast (33) and Melbourne (30) – possibly driven by industrial noise concerns.</a:t>
          </a:r>
        </a:p>
      </dgm:t>
    </dgm:pt>
    <dgm:pt modelId="{ABB7C4EB-D248-4557-A711-3782CF4A2429}" type="parTrans" cxnId="{EBAD03E8-8A43-4D76-ACE6-E48D6465989B}">
      <dgm:prSet/>
      <dgm:spPr/>
      <dgm:t>
        <a:bodyPr/>
        <a:lstStyle/>
        <a:p>
          <a:endParaRPr lang="en-US"/>
        </a:p>
      </dgm:t>
    </dgm:pt>
    <dgm:pt modelId="{5016E9E4-CC65-4803-9DE5-3F556D367673}" type="sibTrans" cxnId="{EBAD03E8-8A43-4D76-ACE6-E48D6465989B}">
      <dgm:prSet/>
      <dgm:spPr/>
      <dgm:t>
        <a:bodyPr/>
        <a:lstStyle/>
        <a:p>
          <a:endParaRPr lang="en-US"/>
        </a:p>
      </dgm:t>
    </dgm:pt>
    <dgm:pt modelId="{E56B779D-7D66-4988-8410-1B180C02AD2B}">
      <dgm:prSet/>
      <dgm:spPr/>
      <dgm:t>
        <a:bodyPr/>
        <a:lstStyle/>
        <a:p>
          <a:r>
            <a:rPr lang="en-US"/>
            <a:t>Soil Quality Test: Highest in Newcastle (34) and Perth (32) – likely due to agricultural soil health monitoring.</a:t>
          </a:r>
        </a:p>
      </dgm:t>
    </dgm:pt>
    <dgm:pt modelId="{8C57C63E-437A-40FC-AD62-EB6C41568D44}" type="parTrans" cxnId="{D43B94D2-53D1-47C8-96D1-BE0FBB5146CE}">
      <dgm:prSet/>
      <dgm:spPr/>
      <dgm:t>
        <a:bodyPr/>
        <a:lstStyle/>
        <a:p>
          <a:endParaRPr lang="en-US"/>
        </a:p>
      </dgm:t>
    </dgm:pt>
    <dgm:pt modelId="{3DA38635-67D1-44FF-A33A-2E3A5DBB9FE3}" type="sibTrans" cxnId="{D43B94D2-53D1-47C8-96D1-BE0FBB5146CE}">
      <dgm:prSet/>
      <dgm:spPr/>
      <dgm:t>
        <a:bodyPr/>
        <a:lstStyle/>
        <a:p>
          <a:endParaRPr lang="en-US"/>
        </a:p>
      </dgm:t>
    </dgm:pt>
    <dgm:pt modelId="{D88DF619-0D67-4D8C-AF85-872034AC6FC8}">
      <dgm:prSet/>
      <dgm:spPr/>
      <dgm:t>
        <a:bodyPr/>
        <a:lstStyle/>
        <a:p>
          <a:r>
            <a:rPr lang="en-US"/>
            <a:t>Water Quality Test: Top scores in Hobart (34) and Gold Coast (32) – indicating water quality is a major environmental focus.</a:t>
          </a:r>
        </a:p>
      </dgm:t>
    </dgm:pt>
    <dgm:pt modelId="{BDA96D87-8A3F-4A7C-8A69-30C6BB51B350}" type="parTrans" cxnId="{4946C32C-184C-44F5-A301-F305B9FFE7D1}">
      <dgm:prSet/>
      <dgm:spPr/>
      <dgm:t>
        <a:bodyPr/>
        <a:lstStyle/>
        <a:p>
          <a:endParaRPr lang="en-US"/>
        </a:p>
      </dgm:t>
    </dgm:pt>
    <dgm:pt modelId="{94897487-594D-48D8-B89C-EFD4454485C9}" type="sibTrans" cxnId="{4946C32C-184C-44F5-A301-F305B9FFE7D1}">
      <dgm:prSet/>
      <dgm:spPr/>
      <dgm:t>
        <a:bodyPr/>
        <a:lstStyle/>
        <a:p>
          <a:endParaRPr lang="en-US"/>
        </a:p>
      </dgm:t>
    </dgm:pt>
    <dgm:pt modelId="{FCDB5064-C652-48CC-9850-AACE701E1F17}" type="pres">
      <dgm:prSet presAssocID="{99DE9FB5-B744-4FDA-9007-BD272C1ACA3A}" presName="linear" presStyleCnt="0">
        <dgm:presLayoutVars>
          <dgm:animLvl val="lvl"/>
          <dgm:resizeHandles val="exact"/>
        </dgm:presLayoutVars>
      </dgm:prSet>
      <dgm:spPr/>
    </dgm:pt>
    <dgm:pt modelId="{946BFA98-1731-4566-AF51-73E8C4DA13D2}" type="pres">
      <dgm:prSet presAssocID="{6808A958-B05B-489A-B7A1-F826E7D74BEA}" presName="parentText" presStyleLbl="node1" presStyleIdx="0" presStyleCnt="4">
        <dgm:presLayoutVars>
          <dgm:chMax val="0"/>
          <dgm:bulletEnabled val="1"/>
        </dgm:presLayoutVars>
      </dgm:prSet>
      <dgm:spPr/>
    </dgm:pt>
    <dgm:pt modelId="{2988002C-0A77-4FCA-8DBF-0FF36302C265}" type="pres">
      <dgm:prSet presAssocID="{827244D2-B9C7-4C21-92EA-D25CA32852E1}" presName="spacer" presStyleCnt="0"/>
      <dgm:spPr/>
    </dgm:pt>
    <dgm:pt modelId="{187BE881-4C1A-4DE3-8B81-FA6ECCD5D141}" type="pres">
      <dgm:prSet presAssocID="{C83A62C8-FEB3-4D88-B044-17A062F70745}" presName="parentText" presStyleLbl="node1" presStyleIdx="1" presStyleCnt="4">
        <dgm:presLayoutVars>
          <dgm:chMax val="0"/>
          <dgm:bulletEnabled val="1"/>
        </dgm:presLayoutVars>
      </dgm:prSet>
      <dgm:spPr/>
    </dgm:pt>
    <dgm:pt modelId="{BF1383E1-D20B-44DD-A4DE-EBBE0F7CBD72}" type="pres">
      <dgm:prSet presAssocID="{5016E9E4-CC65-4803-9DE5-3F556D367673}" presName="spacer" presStyleCnt="0"/>
      <dgm:spPr/>
    </dgm:pt>
    <dgm:pt modelId="{FE24ED2B-614B-4B4B-A5DB-D20487ACC127}" type="pres">
      <dgm:prSet presAssocID="{E56B779D-7D66-4988-8410-1B180C02AD2B}" presName="parentText" presStyleLbl="node1" presStyleIdx="2" presStyleCnt="4">
        <dgm:presLayoutVars>
          <dgm:chMax val="0"/>
          <dgm:bulletEnabled val="1"/>
        </dgm:presLayoutVars>
      </dgm:prSet>
      <dgm:spPr/>
    </dgm:pt>
    <dgm:pt modelId="{4E53F75D-BCC9-47AE-892F-CD9929848544}" type="pres">
      <dgm:prSet presAssocID="{3DA38635-67D1-44FF-A33A-2E3A5DBB9FE3}" presName="spacer" presStyleCnt="0"/>
      <dgm:spPr/>
    </dgm:pt>
    <dgm:pt modelId="{CC67E587-52A2-4B9B-875A-354E09F5E417}" type="pres">
      <dgm:prSet presAssocID="{D88DF619-0D67-4D8C-AF85-872034AC6FC8}" presName="parentText" presStyleLbl="node1" presStyleIdx="3" presStyleCnt="4">
        <dgm:presLayoutVars>
          <dgm:chMax val="0"/>
          <dgm:bulletEnabled val="1"/>
        </dgm:presLayoutVars>
      </dgm:prSet>
      <dgm:spPr/>
    </dgm:pt>
  </dgm:ptLst>
  <dgm:cxnLst>
    <dgm:cxn modelId="{9D06591D-90E3-4A89-B74A-0DDD2DB177B4}" type="presOf" srcId="{E56B779D-7D66-4988-8410-1B180C02AD2B}" destId="{FE24ED2B-614B-4B4B-A5DB-D20487ACC127}" srcOrd="0" destOrd="0" presId="urn:microsoft.com/office/officeart/2005/8/layout/vList2"/>
    <dgm:cxn modelId="{E0FB7825-6D73-4D09-BC11-571115DD4FBD}" type="presOf" srcId="{C83A62C8-FEB3-4D88-B044-17A062F70745}" destId="{187BE881-4C1A-4DE3-8B81-FA6ECCD5D141}" srcOrd="0" destOrd="0" presId="urn:microsoft.com/office/officeart/2005/8/layout/vList2"/>
    <dgm:cxn modelId="{4946C32C-184C-44F5-A301-F305B9FFE7D1}" srcId="{99DE9FB5-B744-4FDA-9007-BD272C1ACA3A}" destId="{D88DF619-0D67-4D8C-AF85-872034AC6FC8}" srcOrd="3" destOrd="0" parTransId="{BDA96D87-8A3F-4A7C-8A69-30C6BB51B350}" sibTransId="{94897487-594D-48D8-B89C-EFD4454485C9}"/>
    <dgm:cxn modelId="{05BFC678-F7A6-406A-9C04-02C8A84BD89F}" srcId="{99DE9FB5-B744-4FDA-9007-BD272C1ACA3A}" destId="{6808A958-B05B-489A-B7A1-F826E7D74BEA}" srcOrd="0" destOrd="0" parTransId="{07FC3580-51C6-4B3B-B67E-0B0A1BE715FD}" sibTransId="{827244D2-B9C7-4C21-92EA-D25CA32852E1}"/>
    <dgm:cxn modelId="{4CF26C81-D30E-497E-A303-A481A8A76B09}" type="presOf" srcId="{D88DF619-0D67-4D8C-AF85-872034AC6FC8}" destId="{CC67E587-52A2-4B9B-875A-354E09F5E417}" srcOrd="0" destOrd="0" presId="urn:microsoft.com/office/officeart/2005/8/layout/vList2"/>
    <dgm:cxn modelId="{33325A9C-A52E-4091-9053-B93B5E59E65A}" type="presOf" srcId="{99DE9FB5-B744-4FDA-9007-BD272C1ACA3A}" destId="{FCDB5064-C652-48CC-9850-AACE701E1F17}" srcOrd="0" destOrd="0" presId="urn:microsoft.com/office/officeart/2005/8/layout/vList2"/>
    <dgm:cxn modelId="{58C6439E-A5C7-4BBC-83CC-3DA0C4A07788}" type="presOf" srcId="{6808A958-B05B-489A-B7A1-F826E7D74BEA}" destId="{946BFA98-1731-4566-AF51-73E8C4DA13D2}" srcOrd="0" destOrd="0" presId="urn:microsoft.com/office/officeart/2005/8/layout/vList2"/>
    <dgm:cxn modelId="{D43B94D2-53D1-47C8-96D1-BE0FBB5146CE}" srcId="{99DE9FB5-B744-4FDA-9007-BD272C1ACA3A}" destId="{E56B779D-7D66-4988-8410-1B180C02AD2B}" srcOrd="2" destOrd="0" parTransId="{8C57C63E-437A-40FC-AD62-EB6C41568D44}" sibTransId="{3DA38635-67D1-44FF-A33A-2E3A5DBB9FE3}"/>
    <dgm:cxn modelId="{EBAD03E8-8A43-4D76-ACE6-E48D6465989B}" srcId="{99DE9FB5-B744-4FDA-9007-BD272C1ACA3A}" destId="{C83A62C8-FEB3-4D88-B044-17A062F70745}" srcOrd="1" destOrd="0" parTransId="{ABB7C4EB-D248-4557-A711-3782CF4A2429}" sibTransId="{5016E9E4-CC65-4803-9DE5-3F556D367673}"/>
    <dgm:cxn modelId="{BA19A9AC-BE51-49CD-8CB0-6391E0BA4BF1}" type="presParOf" srcId="{FCDB5064-C652-48CC-9850-AACE701E1F17}" destId="{946BFA98-1731-4566-AF51-73E8C4DA13D2}" srcOrd="0" destOrd="0" presId="urn:microsoft.com/office/officeart/2005/8/layout/vList2"/>
    <dgm:cxn modelId="{5742228C-BF38-45A0-820C-F9B4969E2EE8}" type="presParOf" srcId="{FCDB5064-C652-48CC-9850-AACE701E1F17}" destId="{2988002C-0A77-4FCA-8DBF-0FF36302C265}" srcOrd="1" destOrd="0" presId="urn:microsoft.com/office/officeart/2005/8/layout/vList2"/>
    <dgm:cxn modelId="{A4C01E78-852A-44D9-9194-C91C98D34733}" type="presParOf" srcId="{FCDB5064-C652-48CC-9850-AACE701E1F17}" destId="{187BE881-4C1A-4DE3-8B81-FA6ECCD5D141}" srcOrd="2" destOrd="0" presId="urn:microsoft.com/office/officeart/2005/8/layout/vList2"/>
    <dgm:cxn modelId="{33C1C376-5FD5-4DFA-874D-634C78462D1B}" type="presParOf" srcId="{FCDB5064-C652-48CC-9850-AACE701E1F17}" destId="{BF1383E1-D20B-44DD-A4DE-EBBE0F7CBD72}" srcOrd="3" destOrd="0" presId="urn:microsoft.com/office/officeart/2005/8/layout/vList2"/>
    <dgm:cxn modelId="{AD5ABD19-DE33-4481-A4E4-1B0EBF6AED74}" type="presParOf" srcId="{FCDB5064-C652-48CC-9850-AACE701E1F17}" destId="{FE24ED2B-614B-4B4B-A5DB-D20487ACC127}" srcOrd="4" destOrd="0" presId="urn:microsoft.com/office/officeart/2005/8/layout/vList2"/>
    <dgm:cxn modelId="{B7F3200F-DAF3-4838-970D-5005BC9595F9}" type="presParOf" srcId="{FCDB5064-C652-48CC-9850-AACE701E1F17}" destId="{4E53F75D-BCC9-47AE-892F-CD9929848544}" srcOrd="5" destOrd="0" presId="urn:microsoft.com/office/officeart/2005/8/layout/vList2"/>
    <dgm:cxn modelId="{2E62872D-8D12-4FB7-B74B-1D4EEE21634A}" type="presParOf" srcId="{FCDB5064-C652-48CC-9850-AACE701E1F17}" destId="{CC67E587-52A2-4B9B-875A-354E09F5E417}"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1F71156-D74F-4708-BF10-17C04C0432C1}"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91F732E1-157A-4C1D-89B3-AAD4E8E8EF19}">
      <dgm:prSet/>
      <dgm:spPr/>
      <dgm:t>
        <a:bodyPr/>
        <a:lstStyle/>
        <a:p>
          <a:r>
            <a:rPr lang="en-US" b="1" dirty="0"/>
            <a:t>Top Offices</a:t>
          </a:r>
          <a:r>
            <a:rPr lang="en-US" dirty="0"/>
            <a:t>:</a:t>
          </a:r>
        </a:p>
      </dgm:t>
    </dgm:pt>
    <dgm:pt modelId="{926D6D16-6942-4C1D-A090-BE2E4C94F291}" type="parTrans" cxnId="{E81B5AB8-C8A9-4DF9-AC31-C53ACF5182ED}">
      <dgm:prSet/>
      <dgm:spPr/>
      <dgm:t>
        <a:bodyPr/>
        <a:lstStyle/>
        <a:p>
          <a:endParaRPr lang="en-US"/>
        </a:p>
      </dgm:t>
    </dgm:pt>
    <dgm:pt modelId="{FF7C5282-3F25-4A9F-BDA9-E9A369C4FEEA}" type="sibTrans" cxnId="{E81B5AB8-C8A9-4DF9-AC31-C53ACF5182ED}">
      <dgm:prSet/>
      <dgm:spPr/>
      <dgm:t>
        <a:bodyPr/>
        <a:lstStyle/>
        <a:p>
          <a:endParaRPr lang="en-US"/>
        </a:p>
      </dgm:t>
    </dgm:pt>
    <dgm:pt modelId="{041DAEA6-7D33-4735-8779-075AC8AA39BA}">
      <dgm:prSet/>
      <dgm:spPr/>
      <dgm:t>
        <a:bodyPr/>
        <a:lstStyle/>
        <a:p>
          <a:r>
            <a:rPr lang="en-US"/>
            <a:t>Hobart, Canberra, Gold Coast: Compliance and community feedback and efficient usage of resources.</a:t>
          </a:r>
        </a:p>
      </dgm:t>
    </dgm:pt>
    <dgm:pt modelId="{78A78FD3-183D-415E-9DD4-345C7844E1C8}" type="parTrans" cxnId="{659AB6BF-BE90-4EC7-9ADA-5EEA7FD61A43}">
      <dgm:prSet/>
      <dgm:spPr/>
      <dgm:t>
        <a:bodyPr/>
        <a:lstStyle/>
        <a:p>
          <a:endParaRPr lang="en-US"/>
        </a:p>
      </dgm:t>
    </dgm:pt>
    <dgm:pt modelId="{E5E5D849-1F7E-4F32-9D2A-ED7D1A0AF4C4}" type="sibTrans" cxnId="{659AB6BF-BE90-4EC7-9ADA-5EEA7FD61A43}">
      <dgm:prSet/>
      <dgm:spPr/>
      <dgm:t>
        <a:bodyPr/>
        <a:lstStyle/>
        <a:p>
          <a:endParaRPr lang="en-US"/>
        </a:p>
      </dgm:t>
    </dgm:pt>
    <dgm:pt modelId="{E6F62F4E-D938-469D-9EFD-68C1E85C5B3D}">
      <dgm:prSet/>
      <dgm:spPr/>
      <dgm:t>
        <a:bodyPr/>
        <a:lstStyle/>
        <a:p>
          <a:r>
            <a:rPr lang="en-US"/>
            <a:t>Action: Current activities; identify new pattern that could be used in other offices</a:t>
          </a:r>
        </a:p>
      </dgm:t>
    </dgm:pt>
    <dgm:pt modelId="{E0E6DAD7-EBE6-4F23-9269-FD52EEECA7A4}" type="parTrans" cxnId="{A7246726-D8CD-4855-904F-E1DB2EE12BF2}">
      <dgm:prSet/>
      <dgm:spPr/>
      <dgm:t>
        <a:bodyPr/>
        <a:lstStyle/>
        <a:p>
          <a:endParaRPr lang="en-US"/>
        </a:p>
      </dgm:t>
    </dgm:pt>
    <dgm:pt modelId="{0E228453-31DC-4CC0-A245-F484134C107B}" type="sibTrans" cxnId="{A7246726-D8CD-4855-904F-E1DB2EE12BF2}">
      <dgm:prSet/>
      <dgm:spPr/>
      <dgm:t>
        <a:bodyPr/>
        <a:lstStyle/>
        <a:p>
          <a:endParaRPr lang="en-US"/>
        </a:p>
      </dgm:t>
    </dgm:pt>
    <dgm:pt modelId="{A9B59CAD-A15C-4241-83B4-A7B29A82342B}" type="pres">
      <dgm:prSet presAssocID="{D1F71156-D74F-4708-BF10-17C04C0432C1}" presName="root" presStyleCnt="0">
        <dgm:presLayoutVars>
          <dgm:dir/>
          <dgm:resizeHandles val="exact"/>
        </dgm:presLayoutVars>
      </dgm:prSet>
      <dgm:spPr/>
    </dgm:pt>
    <dgm:pt modelId="{B072866C-623E-4D4D-87A3-3674ABE6FFFE}" type="pres">
      <dgm:prSet presAssocID="{91F732E1-157A-4C1D-89B3-AAD4E8E8EF19}" presName="compNode" presStyleCnt="0"/>
      <dgm:spPr/>
    </dgm:pt>
    <dgm:pt modelId="{0ABB1DDB-47A5-40A3-90FF-B5F102CF134A}" type="pres">
      <dgm:prSet presAssocID="{91F732E1-157A-4C1D-89B3-AAD4E8E8EF19}" presName="bgRect" presStyleLbl="bgShp" presStyleIdx="0" presStyleCnt="3"/>
      <dgm:spPr/>
    </dgm:pt>
    <dgm:pt modelId="{62370C53-5643-475E-B47D-6B2D7C68257F}" type="pres">
      <dgm:prSet presAssocID="{91F732E1-157A-4C1D-89B3-AAD4E8E8EF19}"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uilding"/>
        </a:ext>
      </dgm:extLst>
    </dgm:pt>
    <dgm:pt modelId="{C3DDE116-9EEF-4D11-9831-90FB4620A8C8}" type="pres">
      <dgm:prSet presAssocID="{91F732E1-157A-4C1D-89B3-AAD4E8E8EF19}" presName="spaceRect" presStyleCnt="0"/>
      <dgm:spPr/>
    </dgm:pt>
    <dgm:pt modelId="{AEDE6F73-D2F2-4B38-8920-75BCAD0E3E5B}" type="pres">
      <dgm:prSet presAssocID="{91F732E1-157A-4C1D-89B3-AAD4E8E8EF19}" presName="parTx" presStyleLbl="revTx" presStyleIdx="0" presStyleCnt="3">
        <dgm:presLayoutVars>
          <dgm:chMax val="0"/>
          <dgm:chPref val="0"/>
        </dgm:presLayoutVars>
      </dgm:prSet>
      <dgm:spPr/>
    </dgm:pt>
    <dgm:pt modelId="{C42F532C-8285-42EA-84F6-4BF5A47C65C8}" type="pres">
      <dgm:prSet presAssocID="{FF7C5282-3F25-4A9F-BDA9-E9A369C4FEEA}" presName="sibTrans" presStyleCnt="0"/>
      <dgm:spPr/>
    </dgm:pt>
    <dgm:pt modelId="{23FA5B1C-6A19-441F-A77B-1BAB7736E748}" type="pres">
      <dgm:prSet presAssocID="{041DAEA6-7D33-4735-8779-075AC8AA39BA}" presName="compNode" presStyleCnt="0"/>
      <dgm:spPr/>
    </dgm:pt>
    <dgm:pt modelId="{3CBAD629-3971-4116-B2FC-D1DD40264DB6}" type="pres">
      <dgm:prSet presAssocID="{041DAEA6-7D33-4735-8779-075AC8AA39BA}" presName="bgRect" presStyleLbl="bgShp" presStyleIdx="1" presStyleCnt="3"/>
      <dgm:spPr/>
    </dgm:pt>
    <dgm:pt modelId="{F703E7E2-35C1-4A9B-A7B6-BAB6A72EB962}" type="pres">
      <dgm:prSet presAssocID="{041DAEA6-7D33-4735-8779-075AC8AA39BA}"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old bars"/>
        </a:ext>
      </dgm:extLst>
    </dgm:pt>
    <dgm:pt modelId="{205A0D82-CD3F-4250-B5DF-0A24777D4125}" type="pres">
      <dgm:prSet presAssocID="{041DAEA6-7D33-4735-8779-075AC8AA39BA}" presName="spaceRect" presStyleCnt="0"/>
      <dgm:spPr/>
    </dgm:pt>
    <dgm:pt modelId="{3FEB3E37-547B-47E6-90D9-E6D926305476}" type="pres">
      <dgm:prSet presAssocID="{041DAEA6-7D33-4735-8779-075AC8AA39BA}" presName="parTx" presStyleLbl="revTx" presStyleIdx="1" presStyleCnt="3">
        <dgm:presLayoutVars>
          <dgm:chMax val="0"/>
          <dgm:chPref val="0"/>
        </dgm:presLayoutVars>
      </dgm:prSet>
      <dgm:spPr/>
    </dgm:pt>
    <dgm:pt modelId="{3B8E5CA8-D1A9-4DFE-BAF4-4B1A63D8AA48}" type="pres">
      <dgm:prSet presAssocID="{E5E5D849-1F7E-4F32-9D2A-ED7D1A0AF4C4}" presName="sibTrans" presStyleCnt="0"/>
      <dgm:spPr/>
    </dgm:pt>
    <dgm:pt modelId="{24D30FD4-898F-44DE-AE29-80EAA5471344}" type="pres">
      <dgm:prSet presAssocID="{E6F62F4E-D938-469D-9EFD-68C1E85C5B3D}" presName="compNode" presStyleCnt="0"/>
      <dgm:spPr/>
    </dgm:pt>
    <dgm:pt modelId="{76A08586-A1EE-4F35-8E74-01214EFAF49E}" type="pres">
      <dgm:prSet presAssocID="{E6F62F4E-D938-469D-9EFD-68C1E85C5B3D}" presName="bgRect" presStyleLbl="bgShp" presStyleIdx="2" presStyleCnt="3"/>
      <dgm:spPr/>
    </dgm:pt>
    <dgm:pt modelId="{A9E5496F-3B89-4B36-9695-21B996E02EF8}" type="pres">
      <dgm:prSet presAssocID="{E6F62F4E-D938-469D-9EFD-68C1E85C5B3D}"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Flowchart"/>
        </a:ext>
      </dgm:extLst>
    </dgm:pt>
    <dgm:pt modelId="{B33F32B6-3C05-4D06-9FD5-05D16DD74E7E}" type="pres">
      <dgm:prSet presAssocID="{E6F62F4E-D938-469D-9EFD-68C1E85C5B3D}" presName="spaceRect" presStyleCnt="0"/>
      <dgm:spPr/>
    </dgm:pt>
    <dgm:pt modelId="{27484801-B3D5-4158-9818-2D54AE77D151}" type="pres">
      <dgm:prSet presAssocID="{E6F62F4E-D938-469D-9EFD-68C1E85C5B3D}" presName="parTx" presStyleLbl="revTx" presStyleIdx="2" presStyleCnt="3">
        <dgm:presLayoutVars>
          <dgm:chMax val="0"/>
          <dgm:chPref val="0"/>
        </dgm:presLayoutVars>
      </dgm:prSet>
      <dgm:spPr/>
    </dgm:pt>
  </dgm:ptLst>
  <dgm:cxnLst>
    <dgm:cxn modelId="{3C9C9312-F1E4-457A-8E2D-D8A138FF0CC5}" type="presOf" srcId="{91F732E1-157A-4C1D-89B3-AAD4E8E8EF19}" destId="{AEDE6F73-D2F2-4B38-8920-75BCAD0E3E5B}" srcOrd="0" destOrd="0" presId="urn:microsoft.com/office/officeart/2018/2/layout/IconVerticalSolidList"/>
    <dgm:cxn modelId="{A7246726-D8CD-4855-904F-E1DB2EE12BF2}" srcId="{D1F71156-D74F-4708-BF10-17C04C0432C1}" destId="{E6F62F4E-D938-469D-9EFD-68C1E85C5B3D}" srcOrd="2" destOrd="0" parTransId="{E0E6DAD7-EBE6-4F23-9269-FD52EEECA7A4}" sibTransId="{0E228453-31DC-4CC0-A245-F484134C107B}"/>
    <dgm:cxn modelId="{561B4331-1331-4B11-BA52-C76BF9F8631B}" type="presOf" srcId="{E6F62F4E-D938-469D-9EFD-68C1E85C5B3D}" destId="{27484801-B3D5-4158-9818-2D54AE77D151}" srcOrd="0" destOrd="0" presId="urn:microsoft.com/office/officeart/2018/2/layout/IconVerticalSolidList"/>
    <dgm:cxn modelId="{95326837-D73A-4DA5-9DA8-27DFAC840047}" type="presOf" srcId="{D1F71156-D74F-4708-BF10-17C04C0432C1}" destId="{A9B59CAD-A15C-4241-83B4-A7B29A82342B}" srcOrd="0" destOrd="0" presId="urn:microsoft.com/office/officeart/2018/2/layout/IconVerticalSolidList"/>
    <dgm:cxn modelId="{B72C70AF-634C-4A22-BF47-B07E57D010A4}" type="presOf" srcId="{041DAEA6-7D33-4735-8779-075AC8AA39BA}" destId="{3FEB3E37-547B-47E6-90D9-E6D926305476}" srcOrd="0" destOrd="0" presId="urn:microsoft.com/office/officeart/2018/2/layout/IconVerticalSolidList"/>
    <dgm:cxn modelId="{E81B5AB8-C8A9-4DF9-AC31-C53ACF5182ED}" srcId="{D1F71156-D74F-4708-BF10-17C04C0432C1}" destId="{91F732E1-157A-4C1D-89B3-AAD4E8E8EF19}" srcOrd="0" destOrd="0" parTransId="{926D6D16-6942-4C1D-A090-BE2E4C94F291}" sibTransId="{FF7C5282-3F25-4A9F-BDA9-E9A369C4FEEA}"/>
    <dgm:cxn modelId="{659AB6BF-BE90-4EC7-9ADA-5EEA7FD61A43}" srcId="{D1F71156-D74F-4708-BF10-17C04C0432C1}" destId="{041DAEA6-7D33-4735-8779-075AC8AA39BA}" srcOrd="1" destOrd="0" parTransId="{78A78FD3-183D-415E-9DD4-345C7844E1C8}" sibTransId="{E5E5D849-1F7E-4F32-9D2A-ED7D1A0AF4C4}"/>
    <dgm:cxn modelId="{3D271B92-0708-4529-BA5C-0D8C5AAA512D}" type="presParOf" srcId="{A9B59CAD-A15C-4241-83B4-A7B29A82342B}" destId="{B072866C-623E-4D4D-87A3-3674ABE6FFFE}" srcOrd="0" destOrd="0" presId="urn:microsoft.com/office/officeart/2018/2/layout/IconVerticalSolidList"/>
    <dgm:cxn modelId="{776CBD85-5FE9-4643-9BBB-BF638406F5C5}" type="presParOf" srcId="{B072866C-623E-4D4D-87A3-3674ABE6FFFE}" destId="{0ABB1DDB-47A5-40A3-90FF-B5F102CF134A}" srcOrd="0" destOrd="0" presId="urn:microsoft.com/office/officeart/2018/2/layout/IconVerticalSolidList"/>
    <dgm:cxn modelId="{515930DE-5B30-4A04-87BC-A1D539A94426}" type="presParOf" srcId="{B072866C-623E-4D4D-87A3-3674ABE6FFFE}" destId="{62370C53-5643-475E-B47D-6B2D7C68257F}" srcOrd="1" destOrd="0" presId="urn:microsoft.com/office/officeart/2018/2/layout/IconVerticalSolidList"/>
    <dgm:cxn modelId="{CDC92BA8-43E6-45AA-B10F-B39F0159BCF1}" type="presParOf" srcId="{B072866C-623E-4D4D-87A3-3674ABE6FFFE}" destId="{C3DDE116-9EEF-4D11-9831-90FB4620A8C8}" srcOrd="2" destOrd="0" presId="urn:microsoft.com/office/officeart/2018/2/layout/IconVerticalSolidList"/>
    <dgm:cxn modelId="{393997B1-EDE8-46F8-96F5-EA068B83C59C}" type="presParOf" srcId="{B072866C-623E-4D4D-87A3-3674ABE6FFFE}" destId="{AEDE6F73-D2F2-4B38-8920-75BCAD0E3E5B}" srcOrd="3" destOrd="0" presId="urn:microsoft.com/office/officeart/2018/2/layout/IconVerticalSolidList"/>
    <dgm:cxn modelId="{748E9D2F-7242-4D32-BA95-6BCE9088E790}" type="presParOf" srcId="{A9B59CAD-A15C-4241-83B4-A7B29A82342B}" destId="{C42F532C-8285-42EA-84F6-4BF5A47C65C8}" srcOrd="1" destOrd="0" presId="urn:microsoft.com/office/officeart/2018/2/layout/IconVerticalSolidList"/>
    <dgm:cxn modelId="{20576319-B0B5-4AE2-8DA4-9831751A43A0}" type="presParOf" srcId="{A9B59CAD-A15C-4241-83B4-A7B29A82342B}" destId="{23FA5B1C-6A19-441F-A77B-1BAB7736E748}" srcOrd="2" destOrd="0" presId="urn:microsoft.com/office/officeart/2018/2/layout/IconVerticalSolidList"/>
    <dgm:cxn modelId="{3C22A11C-F5AA-4397-A518-C1057A4A3965}" type="presParOf" srcId="{23FA5B1C-6A19-441F-A77B-1BAB7736E748}" destId="{3CBAD629-3971-4116-B2FC-D1DD40264DB6}" srcOrd="0" destOrd="0" presId="urn:microsoft.com/office/officeart/2018/2/layout/IconVerticalSolidList"/>
    <dgm:cxn modelId="{8D3A0835-705C-41E8-8502-C43ED3D7E041}" type="presParOf" srcId="{23FA5B1C-6A19-441F-A77B-1BAB7736E748}" destId="{F703E7E2-35C1-4A9B-A7B6-BAB6A72EB962}" srcOrd="1" destOrd="0" presId="urn:microsoft.com/office/officeart/2018/2/layout/IconVerticalSolidList"/>
    <dgm:cxn modelId="{77917A2E-2176-4F83-99C0-4BE76EC00FCA}" type="presParOf" srcId="{23FA5B1C-6A19-441F-A77B-1BAB7736E748}" destId="{205A0D82-CD3F-4250-B5DF-0A24777D4125}" srcOrd="2" destOrd="0" presId="urn:microsoft.com/office/officeart/2018/2/layout/IconVerticalSolidList"/>
    <dgm:cxn modelId="{11ACA84B-FC05-4A7B-BA54-651194247359}" type="presParOf" srcId="{23FA5B1C-6A19-441F-A77B-1BAB7736E748}" destId="{3FEB3E37-547B-47E6-90D9-E6D926305476}" srcOrd="3" destOrd="0" presId="urn:microsoft.com/office/officeart/2018/2/layout/IconVerticalSolidList"/>
    <dgm:cxn modelId="{3859AE5D-32E3-47EA-B785-05EA8B436F6B}" type="presParOf" srcId="{A9B59CAD-A15C-4241-83B4-A7B29A82342B}" destId="{3B8E5CA8-D1A9-4DFE-BAF4-4B1A63D8AA48}" srcOrd="3" destOrd="0" presId="urn:microsoft.com/office/officeart/2018/2/layout/IconVerticalSolidList"/>
    <dgm:cxn modelId="{23B078A0-63A7-44DE-BD36-9847EEC7612E}" type="presParOf" srcId="{A9B59CAD-A15C-4241-83B4-A7B29A82342B}" destId="{24D30FD4-898F-44DE-AE29-80EAA5471344}" srcOrd="4" destOrd="0" presId="urn:microsoft.com/office/officeart/2018/2/layout/IconVerticalSolidList"/>
    <dgm:cxn modelId="{F59B4F8A-107E-4C87-B68A-0C8C4ACFEA2A}" type="presParOf" srcId="{24D30FD4-898F-44DE-AE29-80EAA5471344}" destId="{76A08586-A1EE-4F35-8E74-01214EFAF49E}" srcOrd="0" destOrd="0" presId="urn:microsoft.com/office/officeart/2018/2/layout/IconVerticalSolidList"/>
    <dgm:cxn modelId="{6D4F6D4D-59F7-44B9-9803-4296F1828B9F}" type="presParOf" srcId="{24D30FD4-898F-44DE-AE29-80EAA5471344}" destId="{A9E5496F-3B89-4B36-9695-21B996E02EF8}" srcOrd="1" destOrd="0" presId="urn:microsoft.com/office/officeart/2018/2/layout/IconVerticalSolidList"/>
    <dgm:cxn modelId="{4DF75ACD-D5C7-4B63-BDD9-A05B2AE9EBCC}" type="presParOf" srcId="{24D30FD4-898F-44DE-AE29-80EAA5471344}" destId="{B33F32B6-3C05-4D06-9FD5-05D16DD74E7E}" srcOrd="2" destOrd="0" presId="urn:microsoft.com/office/officeart/2018/2/layout/IconVerticalSolidList"/>
    <dgm:cxn modelId="{7B2CC858-BF35-4AEE-B04A-3C03000BE071}" type="presParOf" srcId="{24D30FD4-898F-44DE-AE29-80EAA5471344}" destId="{27484801-B3D5-4158-9818-2D54AE77D151}"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1101C2-4138-4A02-B822-D4706F0F47E9}">
      <dsp:nvSpPr>
        <dsp:cNvPr id="0" name=""/>
        <dsp:cNvSpPr/>
      </dsp:nvSpPr>
      <dsp:spPr>
        <a:xfrm>
          <a:off x="0" y="669"/>
          <a:ext cx="6240668" cy="156716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1F980BD-F9C1-4048-96BF-2669E4106C3C}">
      <dsp:nvSpPr>
        <dsp:cNvPr id="0" name=""/>
        <dsp:cNvSpPr/>
      </dsp:nvSpPr>
      <dsp:spPr>
        <a:xfrm>
          <a:off x="474065" y="353280"/>
          <a:ext cx="861938" cy="86193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A25C790-FA15-409F-8C10-593D8D2EA1EB}">
      <dsp:nvSpPr>
        <dsp:cNvPr id="0" name=""/>
        <dsp:cNvSpPr/>
      </dsp:nvSpPr>
      <dsp:spPr>
        <a:xfrm>
          <a:off x="1810069" y="669"/>
          <a:ext cx="4430599" cy="1567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5858" tIns="165858" rIns="165858" bIns="165858" numCol="1" spcCol="1270" anchor="ctr" anchorCtr="0">
          <a:noAutofit/>
        </a:bodyPr>
        <a:lstStyle/>
        <a:p>
          <a:pPr marL="0" lvl="0" indent="0" algn="l" defTabSz="1022350">
            <a:lnSpc>
              <a:spcPct val="90000"/>
            </a:lnSpc>
            <a:spcBef>
              <a:spcPct val="0"/>
            </a:spcBef>
            <a:spcAft>
              <a:spcPct val="35000"/>
            </a:spcAft>
            <a:buNone/>
          </a:pPr>
          <a:r>
            <a:rPr lang="en-US" sz="2300" kern="1200" dirty="0">
              <a:latin typeface="Times New Roman" panose="02020603050405020304" pitchFamily="18" charset="0"/>
              <a:cs typeface="Times New Roman" panose="02020603050405020304" pitchFamily="18" charset="0"/>
            </a:rPr>
            <a:t>Objective: Evaluate the performance level of office and seek some of the places that may be closed or scaled down</a:t>
          </a:r>
          <a:r>
            <a:rPr lang="en-US" sz="2300" kern="1200" dirty="0"/>
            <a:t>.</a:t>
          </a:r>
        </a:p>
      </dsp:txBody>
      <dsp:txXfrm>
        <a:off x="1810069" y="669"/>
        <a:ext cx="4430599" cy="1567160"/>
      </dsp:txXfrm>
    </dsp:sp>
    <dsp:sp modelId="{A819A80B-1B0F-4819-AA39-E99935D01451}">
      <dsp:nvSpPr>
        <dsp:cNvPr id="0" name=""/>
        <dsp:cNvSpPr/>
      </dsp:nvSpPr>
      <dsp:spPr>
        <a:xfrm>
          <a:off x="0" y="1959619"/>
          <a:ext cx="6240668" cy="156716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EE20E91-35E1-453B-8B78-10B321EB4B54}">
      <dsp:nvSpPr>
        <dsp:cNvPr id="0" name=""/>
        <dsp:cNvSpPr/>
      </dsp:nvSpPr>
      <dsp:spPr>
        <a:xfrm>
          <a:off x="474065" y="2312230"/>
          <a:ext cx="861938" cy="86193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73B5A11-E8F4-48F9-B64E-7DFACA503416}">
      <dsp:nvSpPr>
        <dsp:cNvPr id="0" name=""/>
        <dsp:cNvSpPr/>
      </dsp:nvSpPr>
      <dsp:spPr>
        <a:xfrm>
          <a:off x="1810069" y="1959619"/>
          <a:ext cx="4430599" cy="1567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5858" tIns="165858" rIns="165858" bIns="165858" numCol="1" spcCol="1270" anchor="ctr" anchorCtr="0">
          <a:noAutofit/>
        </a:bodyPr>
        <a:lstStyle/>
        <a:p>
          <a:pPr marL="0" lvl="0" indent="0" algn="l" defTabSz="1022350">
            <a:lnSpc>
              <a:spcPct val="90000"/>
            </a:lnSpc>
            <a:spcBef>
              <a:spcPct val="0"/>
            </a:spcBef>
            <a:spcAft>
              <a:spcPct val="35000"/>
            </a:spcAft>
            <a:buNone/>
          </a:pPr>
          <a:r>
            <a:rPr lang="en-US" sz="2300" b="0" kern="1200" dirty="0">
              <a:latin typeface="Times New Roman" panose="02020603050405020304" pitchFamily="18" charset="0"/>
              <a:cs typeface="Times New Roman" panose="02020603050405020304" pitchFamily="18" charset="0"/>
            </a:rPr>
            <a:t>Key Metrics: </a:t>
          </a:r>
          <a:r>
            <a:rPr lang="en-US" sz="2300" kern="1200" dirty="0">
              <a:latin typeface="Times New Roman" panose="02020603050405020304" pitchFamily="18" charset="0"/>
              <a:cs typeface="Times New Roman" panose="02020603050405020304" pitchFamily="18" charset="0"/>
            </a:rPr>
            <a:t>Compliance rate, community feedback, equipment usage, incentive distribution.</a:t>
          </a:r>
        </a:p>
      </dsp:txBody>
      <dsp:txXfrm>
        <a:off x="1810069" y="1959619"/>
        <a:ext cx="4430599" cy="1567160"/>
      </dsp:txXfrm>
    </dsp:sp>
    <dsp:sp modelId="{53A502D9-1C3B-4196-8584-20B9553CDC24}">
      <dsp:nvSpPr>
        <dsp:cNvPr id="0" name=""/>
        <dsp:cNvSpPr/>
      </dsp:nvSpPr>
      <dsp:spPr>
        <a:xfrm>
          <a:off x="0" y="3918570"/>
          <a:ext cx="6240668" cy="156716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5093DC2-2128-4A71-A110-E12F7401C597}">
      <dsp:nvSpPr>
        <dsp:cNvPr id="0" name=""/>
        <dsp:cNvSpPr/>
      </dsp:nvSpPr>
      <dsp:spPr>
        <a:xfrm>
          <a:off x="474065" y="4271181"/>
          <a:ext cx="861938" cy="86193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BEE2D6C-E6AF-4ADA-B1C0-492DC80554FF}">
      <dsp:nvSpPr>
        <dsp:cNvPr id="0" name=""/>
        <dsp:cNvSpPr/>
      </dsp:nvSpPr>
      <dsp:spPr>
        <a:xfrm>
          <a:off x="1810069" y="3918570"/>
          <a:ext cx="4430599" cy="1567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5858" tIns="165858" rIns="165858" bIns="165858" numCol="1" spcCol="1270" anchor="ctr" anchorCtr="0">
          <a:noAutofit/>
        </a:bodyPr>
        <a:lstStyle/>
        <a:p>
          <a:pPr marL="0" lvl="0" indent="0" algn="l" defTabSz="1022350">
            <a:lnSpc>
              <a:spcPct val="90000"/>
            </a:lnSpc>
            <a:spcBef>
              <a:spcPct val="0"/>
            </a:spcBef>
            <a:spcAft>
              <a:spcPct val="35000"/>
            </a:spcAft>
            <a:buNone/>
          </a:pPr>
          <a:r>
            <a:rPr lang="en-US" sz="2300" kern="1200" dirty="0">
              <a:latin typeface="Times New Roman" panose="02020603050405020304" pitchFamily="18" charset="0"/>
              <a:cs typeface="Times New Roman" panose="02020603050405020304" pitchFamily="18" charset="0"/>
            </a:rPr>
            <a:t>Outcome: Identified list of offices that need downsizing or consolidation recommendations.</a:t>
          </a:r>
        </a:p>
      </dsp:txBody>
      <dsp:txXfrm>
        <a:off x="1810069" y="3918570"/>
        <a:ext cx="4430599" cy="15671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03F5B7-1764-42C8-A66F-DD5FF1248629}">
      <dsp:nvSpPr>
        <dsp:cNvPr id="0" name=""/>
        <dsp:cNvSpPr/>
      </dsp:nvSpPr>
      <dsp:spPr>
        <a:xfrm>
          <a:off x="0" y="0"/>
          <a:ext cx="5034116" cy="4032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E444900-99A2-4302-87C3-E142FD4B37BE}">
      <dsp:nvSpPr>
        <dsp:cNvPr id="0" name=""/>
        <dsp:cNvSpPr/>
      </dsp:nvSpPr>
      <dsp:spPr>
        <a:xfrm>
          <a:off x="251705" y="160636"/>
          <a:ext cx="3523881" cy="4723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194" tIns="0" rIns="133194" bIns="0" numCol="1" spcCol="1270" anchor="ctr" anchorCtr="0">
          <a:noAutofit/>
        </a:bodyPr>
        <a:lstStyle/>
        <a:p>
          <a:pPr marL="0" lvl="0" indent="0" algn="l" defTabSz="711200">
            <a:lnSpc>
              <a:spcPct val="90000"/>
            </a:lnSpc>
            <a:spcBef>
              <a:spcPct val="0"/>
            </a:spcBef>
            <a:spcAft>
              <a:spcPct val="35000"/>
            </a:spcAft>
            <a:buNone/>
          </a:pPr>
          <a:r>
            <a:rPr lang="en-US" sz="1600" b="1" kern="1200"/>
            <a:t>Community Feedback Insights</a:t>
          </a:r>
          <a:endParaRPr lang="en-US" sz="1600" kern="1200"/>
        </a:p>
      </dsp:txBody>
      <dsp:txXfrm>
        <a:off x="274762" y="183693"/>
        <a:ext cx="3477767" cy="426206"/>
      </dsp:txXfrm>
    </dsp:sp>
    <dsp:sp modelId="{AF2095A2-9903-4E0C-9136-0B7433B7625B}">
      <dsp:nvSpPr>
        <dsp:cNvPr id="0" name=""/>
        <dsp:cNvSpPr/>
      </dsp:nvSpPr>
      <dsp:spPr>
        <a:xfrm>
          <a:off x="0" y="1122556"/>
          <a:ext cx="5034116" cy="10332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90703" tIns="333248" rIns="390703" bIns="113792" numCol="1" spcCol="1270" anchor="t" anchorCtr="0">
          <a:noAutofit/>
        </a:bodyPr>
        <a:lstStyle/>
        <a:p>
          <a:pPr marL="171450" lvl="1" indent="-171450" algn="l" defTabSz="711200">
            <a:lnSpc>
              <a:spcPct val="90000"/>
            </a:lnSpc>
            <a:spcBef>
              <a:spcPct val="0"/>
            </a:spcBef>
            <a:spcAft>
              <a:spcPct val="15000"/>
            </a:spcAft>
            <a:buChar char="•"/>
          </a:pPr>
          <a:r>
            <a:rPr lang="en-US" sz="1600" b="1" kern="1200"/>
            <a:t>Gold Coast</a:t>
          </a:r>
          <a:r>
            <a:rPr lang="en-US" sz="1600" kern="1200"/>
            <a:t> (110) and </a:t>
          </a:r>
          <a:r>
            <a:rPr lang="en-US" sz="1600" b="1" kern="1200"/>
            <a:t>Hobart</a:t>
          </a:r>
          <a:r>
            <a:rPr lang="en-US" sz="1600" kern="1200"/>
            <a:t> show strong community approval, likely due to effective service and community engagement.</a:t>
          </a:r>
        </a:p>
      </dsp:txBody>
      <dsp:txXfrm>
        <a:off x="0" y="1122556"/>
        <a:ext cx="5034116" cy="1033200"/>
      </dsp:txXfrm>
    </dsp:sp>
    <dsp:sp modelId="{FDFDB00E-D1D2-4C5E-8E13-5E8CCF3EE842}">
      <dsp:nvSpPr>
        <dsp:cNvPr id="0" name=""/>
        <dsp:cNvSpPr/>
      </dsp:nvSpPr>
      <dsp:spPr>
        <a:xfrm>
          <a:off x="251705" y="886396"/>
          <a:ext cx="3523881" cy="4723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194" tIns="0" rIns="133194" bIns="0" numCol="1" spcCol="1270" anchor="ctr" anchorCtr="0">
          <a:noAutofit/>
        </a:bodyPr>
        <a:lstStyle/>
        <a:p>
          <a:pPr marL="0" lvl="0" indent="0" algn="l" defTabSz="711200">
            <a:lnSpc>
              <a:spcPct val="90000"/>
            </a:lnSpc>
            <a:spcBef>
              <a:spcPct val="0"/>
            </a:spcBef>
            <a:spcAft>
              <a:spcPct val="35000"/>
            </a:spcAft>
            <a:buNone/>
          </a:pPr>
          <a:r>
            <a:rPr lang="en-US" sz="1600" b="1" kern="1200"/>
            <a:t>Top-Rated Locations</a:t>
          </a:r>
          <a:r>
            <a:rPr lang="en-US" sz="1600" kern="1200"/>
            <a:t>:</a:t>
          </a:r>
        </a:p>
      </dsp:txBody>
      <dsp:txXfrm>
        <a:off x="274762" y="909453"/>
        <a:ext cx="3477767" cy="426206"/>
      </dsp:txXfrm>
    </dsp:sp>
    <dsp:sp modelId="{C41A9277-2CE3-4D6A-B7D5-97186792213A}">
      <dsp:nvSpPr>
        <dsp:cNvPr id="0" name=""/>
        <dsp:cNvSpPr/>
      </dsp:nvSpPr>
      <dsp:spPr>
        <a:xfrm>
          <a:off x="0" y="2478316"/>
          <a:ext cx="5034116" cy="8568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90703" tIns="333248" rIns="390703" bIns="113792" numCol="1" spcCol="1270" anchor="t" anchorCtr="0">
          <a:noAutofit/>
        </a:bodyPr>
        <a:lstStyle/>
        <a:p>
          <a:pPr marL="171450" lvl="1" indent="-171450" algn="l" defTabSz="711200">
            <a:lnSpc>
              <a:spcPct val="90000"/>
            </a:lnSpc>
            <a:spcBef>
              <a:spcPct val="0"/>
            </a:spcBef>
            <a:spcAft>
              <a:spcPct val="15000"/>
            </a:spcAft>
            <a:buChar char="•"/>
          </a:pPr>
          <a:r>
            <a:rPr lang="en-US" sz="1600" b="1" kern="1200"/>
            <a:t>Perth, Melbourne, Newcastle</a:t>
          </a:r>
          <a:r>
            <a:rPr lang="en-US" sz="1600" kern="1200"/>
            <a:t> demonstrate moderate community satisfaction.</a:t>
          </a:r>
        </a:p>
      </dsp:txBody>
      <dsp:txXfrm>
        <a:off x="0" y="2478316"/>
        <a:ext cx="5034116" cy="856800"/>
      </dsp:txXfrm>
    </dsp:sp>
    <dsp:sp modelId="{30362957-7C56-4CA9-B094-9D213E76C73C}">
      <dsp:nvSpPr>
        <dsp:cNvPr id="0" name=""/>
        <dsp:cNvSpPr/>
      </dsp:nvSpPr>
      <dsp:spPr>
        <a:xfrm>
          <a:off x="251705" y="2242156"/>
          <a:ext cx="3523881" cy="4723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194" tIns="0" rIns="133194" bIns="0" numCol="1" spcCol="1270" anchor="ctr" anchorCtr="0">
          <a:noAutofit/>
        </a:bodyPr>
        <a:lstStyle/>
        <a:p>
          <a:pPr marL="0" lvl="0" indent="0" algn="l" defTabSz="711200">
            <a:lnSpc>
              <a:spcPct val="90000"/>
            </a:lnSpc>
            <a:spcBef>
              <a:spcPct val="0"/>
            </a:spcBef>
            <a:spcAft>
              <a:spcPct val="35000"/>
            </a:spcAft>
            <a:buNone/>
          </a:pPr>
          <a:r>
            <a:rPr lang="en-US" sz="1600" b="1" kern="1200"/>
            <a:t>Mid-Rated Locations</a:t>
          </a:r>
          <a:r>
            <a:rPr lang="en-US" sz="1600" kern="1200"/>
            <a:t>:</a:t>
          </a:r>
        </a:p>
      </dsp:txBody>
      <dsp:txXfrm>
        <a:off x="274762" y="2265213"/>
        <a:ext cx="3477767" cy="426206"/>
      </dsp:txXfrm>
    </dsp:sp>
    <dsp:sp modelId="{CFF3EB22-3CC9-439A-8453-1A8A76C85EB6}">
      <dsp:nvSpPr>
        <dsp:cNvPr id="0" name=""/>
        <dsp:cNvSpPr/>
      </dsp:nvSpPr>
      <dsp:spPr>
        <a:xfrm>
          <a:off x="0" y="3657676"/>
          <a:ext cx="5034116" cy="12600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90703" tIns="333248" rIns="390703" bIns="113792" numCol="1" spcCol="1270" anchor="t" anchorCtr="0">
          <a:noAutofit/>
        </a:bodyPr>
        <a:lstStyle/>
        <a:p>
          <a:pPr marL="171450" lvl="1" indent="-171450" algn="l" defTabSz="711200">
            <a:lnSpc>
              <a:spcPct val="90000"/>
            </a:lnSpc>
            <a:spcBef>
              <a:spcPct val="0"/>
            </a:spcBef>
            <a:spcAft>
              <a:spcPct val="15000"/>
            </a:spcAft>
            <a:buChar char="•"/>
          </a:pPr>
          <a:r>
            <a:rPr lang="en-US" sz="1600" b="1" kern="1200"/>
            <a:t>Brisbane, Sydney, Darwin, Adelaide</a:t>
          </a:r>
          <a:r>
            <a:rPr lang="en-US" sz="1600" kern="1200"/>
            <a:t> have lower feedback, with </a:t>
          </a:r>
          <a:r>
            <a:rPr lang="en-US" sz="1600" b="1" kern="1200"/>
            <a:t>Adelaide</a:t>
          </a:r>
          <a:r>
            <a:rPr lang="en-US" sz="1600" kern="1200"/>
            <a:t> scoring the lowest (&lt;90), indicating potential issues in customer service or community relations.</a:t>
          </a:r>
        </a:p>
      </dsp:txBody>
      <dsp:txXfrm>
        <a:off x="0" y="3657676"/>
        <a:ext cx="5034116" cy="1260000"/>
      </dsp:txXfrm>
    </dsp:sp>
    <dsp:sp modelId="{5B3F7560-7EB7-4FC0-90DB-3FF42F957998}">
      <dsp:nvSpPr>
        <dsp:cNvPr id="0" name=""/>
        <dsp:cNvSpPr/>
      </dsp:nvSpPr>
      <dsp:spPr>
        <a:xfrm>
          <a:off x="251705" y="3421516"/>
          <a:ext cx="3523881" cy="4723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194" tIns="0" rIns="133194" bIns="0" numCol="1" spcCol="1270" anchor="ctr" anchorCtr="0">
          <a:noAutofit/>
        </a:bodyPr>
        <a:lstStyle/>
        <a:p>
          <a:pPr marL="0" lvl="0" indent="0" algn="l" defTabSz="711200">
            <a:lnSpc>
              <a:spcPct val="90000"/>
            </a:lnSpc>
            <a:spcBef>
              <a:spcPct val="0"/>
            </a:spcBef>
            <a:spcAft>
              <a:spcPct val="35000"/>
            </a:spcAft>
            <a:buNone/>
          </a:pPr>
          <a:r>
            <a:rPr lang="en-US" sz="1600" b="1" kern="1200"/>
            <a:t>Low-Rated Locations</a:t>
          </a:r>
          <a:r>
            <a:rPr lang="en-US" sz="1600" kern="1200"/>
            <a:t>:</a:t>
          </a:r>
        </a:p>
      </dsp:txBody>
      <dsp:txXfrm>
        <a:off x="274762" y="3444573"/>
        <a:ext cx="3477767" cy="42620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6BFA98-1731-4566-AF51-73E8C4DA13D2}">
      <dsp:nvSpPr>
        <dsp:cNvPr id="0" name=""/>
        <dsp:cNvSpPr/>
      </dsp:nvSpPr>
      <dsp:spPr>
        <a:xfrm>
          <a:off x="0" y="79713"/>
          <a:ext cx="4532671" cy="1052341"/>
        </a:xfrm>
        <a:prstGeom prst="roundRect">
          <a:avLst/>
        </a:prstGeom>
        <a:solidFill>
          <a:schemeClr val="accent1">
            <a:hueOff val="0"/>
            <a:satOff val="0"/>
            <a:lumOff val="0"/>
            <a:alphaOff val="0"/>
          </a:schemeClr>
        </a:solidFill>
        <a:ln w="12700" cap="flat" cmpd="sng" algn="ctr">
          <a:solidFill>
            <a:schemeClr val="accent1">
              <a:lumMod val="40000"/>
              <a:lumOff val="6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Air Quality Check: High in Melbourne (32), Sydney (27), and Darwin (29) – likely due to urban pollution.</a:t>
          </a:r>
        </a:p>
      </dsp:txBody>
      <dsp:txXfrm>
        <a:off x="51371" y="131084"/>
        <a:ext cx="4429929" cy="949599"/>
      </dsp:txXfrm>
    </dsp:sp>
    <dsp:sp modelId="{187BE881-4C1A-4DE3-8B81-FA6ECCD5D141}">
      <dsp:nvSpPr>
        <dsp:cNvPr id="0" name=""/>
        <dsp:cNvSpPr/>
      </dsp:nvSpPr>
      <dsp:spPr>
        <a:xfrm>
          <a:off x="0" y="1183895"/>
          <a:ext cx="4532671" cy="105234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Noise Level Measurement: Highest in Gold Coast (33) and Melbourne (30) – possibly driven by industrial noise concerns.</a:t>
          </a:r>
        </a:p>
      </dsp:txBody>
      <dsp:txXfrm>
        <a:off x="51371" y="1235266"/>
        <a:ext cx="4429929" cy="949599"/>
      </dsp:txXfrm>
    </dsp:sp>
    <dsp:sp modelId="{FE24ED2B-614B-4B4B-A5DB-D20487ACC127}">
      <dsp:nvSpPr>
        <dsp:cNvPr id="0" name=""/>
        <dsp:cNvSpPr/>
      </dsp:nvSpPr>
      <dsp:spPr>
        <a:xfrm>
          <a:off x="0" y="2288077"/>
          <a:ext cx="4532671" cy="105234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Soil Quality Test: Highest in Newcastle (34) and Perth (32) – likely due to agricultural soil health monitoring.</a:t>
          </a:r>
        </a:p>
      </dsp:txBody>
      <dsp:txXfrm>
        <a:off x="51371" y="2339448"/>
        <a:ext cx="4429929" cy="949599"/>
      </dsp:txXfrm>
    </dsp:sp>
    <dsp:sp modelId="{CC67E587-52A2-4B9B-875A-354E09F5E417}">
      <dsp:nvSpPr>
        <dsp:cNvPr id="0" name=""/>
        <dsp:cNvSpPr/>
      </dsp:nvSpPr>
      <dsp:spPr>
        <a:xfrm>
          <a:off x="0" y="3392259"/>
          <a:ext cx="4532671" cy="105234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Water Quality Test: Top scores in Hobart (34) and Gold Coast (32) – indicating water quality is a major environmental focus.</a:t>
          </a:r>
        </a:p>
      </dsp:txBody>
      <dsp:txXfrm>
        <a:off x="51371" y="3443630"/>
        <a:ext cx="4429929" cy="94959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BB1DDB-47A5-40A3-90FF-B5F102CF134A}">
      <dsp:nvSpPr>
        <dsp:cNvPr id="0" name=""/>
        <dsp:cNvSpPr/>
      </dsp:nvSpPr>
      <dsp:spPr>
        <a:xfrm>
          <a:off x="0" y="650"/>
          <a:ext cx="5710450" cy="1522246"/>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2370C53-5643-475E-B47D-6B2D7C68257F}">
      <dsp:nvSpPr>
        <dsp:cNvPr id="0" name=""/>
        <dsp:cNvSpPr/>
      </dsp:nvSpPr>
      <dsp:spPr>
        <a:xfrm>
          <a:off x="460479" y="343155"/>
          <a:ext cx="837235" cy="83723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EDE6F73-D2F2-4B38-8920-75BCAD0E3E5B}">
      <dsp:nvSpPr>
        <dsp:cNvPr id="0" name=""/>
        <dsp:cNvSpPr/>
      </dsp:nvSpPr>
      <dsp:spPr>
        <a:xfrm>
          <a:off x="1758194" y="650"/>
          <a:ext cx="3952256" cy="1522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1104" tIns="161104" rIns="161104" bIns="161104" numCol="1" spcCol="1270" anchor="ctr" anchorCtr="0">
          <a:noAutofit/>
        </a:bodyPr>
        <a:lstStyle/>
        <a:p>
          <a:pPr marL="0" lvl="0" indent="0" algn="l" defTabSz="977900">
            <a:lnSpc>
              <a:spcPct val="90000"/>
            </a:lnSpc>
            <a:spcBef>
              <a:spcPct val="0"/>
            </a:spcBef>
            <a:spcAft>
              <a:spcPct val="35000"/>
            </a:spcAft>
            <a:buNone/>
          </a:pPr>
          <a:r>
            <a:rPr lang="en-US" sz="2200" b="1" kern="1200" dirty="0"/>
            <a:t>Top Offices</a:t>
          </a:r>
          <a:r>
            <a:rPr lang="en-US" sz="2200" kern="1200" dirty="0"/>
            <a:t>:</a:t>
          </a:r>
        </a:p>
      </dsp:txBody>
      <dsp:txXfrm>
        <a:off x="1758194" y="650"/>
        <a:ext cx="3952256" cy="1522246"/>
      </dsp:txXfrm>
    </dsp:sp>
    <dsp:sp modelId="{3CBAD629-3971-4116-B2FC-D1DD40264DB6}">
      <dsp:nvSpPr>
        <dsp:cNvPr id="0" name=""/>
        <dsp:cNvSpPr/>
      </dsp:nvSpPr>
      <dsp:spPr>
        <a:xfrm>
          <a:off x="0" y="1903458"/>
          <a:ext cx="5710450" cy="1522246"/>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703E7E2-35C1-4A9B-A7B6-BAB6A72EB962}">
      <dsp:nvSpPr>
        <dsp:cNvPr id="0" name=""/>
        <dsp:cNvSpPr/>
      </dsp:nvSpPr>
      <dsp:spPr>
        <a:xfrm>
          <a:off x="460479" y="2245963"/>
          <a:ext cx="837235" cy="83723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FEB3E37-547B-47E6-90D9-E6D926305476}">
      <dsp:nvSpPr>
        <dsp:cNvPr id="0" name=""/>
        <dsp:cNvSpPr/>
      </dsp:nvSpPr>
      <dsp:spPr>
        <a:xfrm>
          <a:off x="1758194" y="1903458"/>
          <a:ext cx="3952256" cy="1522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1104" tIns="161104" rIns="161104" bIns="161104" numCol="1" spcCol="1270" anchor="ctr" anchorCtr="0">
          <a:noAutofit/>
        </a:bodyPr>
        <a:lstStyle/>
        <a:p>
          <a:pPr marL="0" lvl="0" indent="0" algn="l" defTabSz="977900">
            <a:lnSpc>
              <a:spcPct val="90000"/>
            </a:lnSpc>
            <a:spcBef>
              <a:spcPct val="0"/>
            </a:spcBef>
            <a:spcAft>
              <a:spcPct val="35000"/>
            </a:spcAft>
            <a:buNone/>
          </a:pPr>
          <a:r>
            <a:rPr lang="en-US" sz="2200" kern="1200"/>
            <a:t>Hobart, Canberra, Gold Coast: Compliance and community feedback and efficient usage of resources.</a:t>
          </a:r>
        </a:p>
      </dsp:txBody>
      <dsp:txXfrm>
        <a:off x="1758194" y="1903458"/>
        <a:ext cx="3952256" cy="1522246"/>
      </dsp:txXfrm>
    </dsp:sp>
    <dsp:sp modelId="{76A08586-A1EE-4F35-8E74-01214EFAF49E}">
      <dsp:nvSpPr>
        <dsp:cNvPr id="0" name=""/>
        <dsp:cNvSpPr/>
      </dsp:nvSpPr>
      <dsp:spPr>
        <a:xfrm>
          <a:off x="0" y="3806266"/>
          <a:ext cx="5710450" cy="1522246"/>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9E5496F-3B89-4B36-9695-21B996E02EF8}">
      <dsp:nvSpPr>
        <dsp:cNvPr id="0" name=""/>
        <dsp:cNvSpPr/>
      </dsp:nvSpPr>
      <dsp:spPr>
        <a:xfrm>
          <a:off x="460479" y="4148771"/>
          <a:ext cx="837235" cy="83723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7484801-B3D5-4158-9818-2D54AE77D151}">
      <dsp:nvSpPr>
        <dsp:cNvPr id="0" name=""/>
        <dsp:cNvSpPr/>
      </dsp:nvSpPr>
      <dsp:spPr>
        <a:xfrm>
          <a:off x="1758194" y="3806266"/>
          <a:ext cx="3952256" cy="1522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1104" tIns="161104" rIns="161104" bIns="161104" numCol="1" spcCol="1270" anchor="ctr" anchorCtr="0">
          <a:noAutofit/>
        </a:bodyPr>
        <a:lstStyle/>
        <a:p>
          <a:pPr marL="0" lvl="0" indent="0" algn="l" defTabSz="977900">
            <a:lnSpc>
              <a:spcPct val="90000"/>
            </a:lnSpc>
            <a:spcBef>
              <a:spcPct val="0"/>
            </a:spcBef>
            <a:spcAft>
              <a:spcPct val="35000"/>
            </a:spcAft>
            <a:buNone/>
          </a:pPr>
          <a:r>
            <a:rPr lang="en-US" sz="2200" kern="1200"/>
            <a:t>Action: Current activities; identify new pattern that could be used in other offices</a:t>
          </a:r>
        </a:p>
      </dsp:txBody>
      <dsp:txXfrm>
        <a:off x="1758194" y="3806266"/>
        <a:ext cx="3952256" cy="1522246"/>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3A51C7-EC68-4D41-98BE-0EC250DEC345}" type="datetimeFigureOut">
              <a:rPr lang="en-AU" smtClean="0"/>
              <a:t>14/11/2024</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2610B0-7201-4B11-AD20-77503169A53A}" type="slidenum">
              <a:rPr lang="en-AU" smtClean="0"/>
              <a:t>‹#›</a:t>
            </a:fld>
            <a:endParaRPr lang="en-AU"/>
          </a:p>
        </p:txBody>
      </p:sp>
    </p:spTree>
    <p:extLst>
      <p:ext uri="{BB962C8B-B14F-4D97-AF65-F5344CB8AC3E}">
        <p14:creationId xmlns:p14="http://schemas.microsoft.com/office/powerpoint/2010/main" val="13128816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5B2610B0-7201-4B11-AD20-77503169A53A}" type="slidenum">
              <a:rPr lang="en-AU" smtClean="0"/>
              <a:t>7</a:t>
            </a:fld>
            <a:endParaRPr lang="en-AU"/>
          </a:p>
        </p:txBody>
      </p:sp>
    </p:spTree>
    <p:extLst>
      <p:ext uri="{BB962C8B-B14F-4D97-AF65-F5344CB8AC3E}">
        <p14:creationId xmlns:p14="http://schemas.microsoft.com/office/powerpoint/2010/main" val="33065139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C7A07-96C3-42AF-943D-953C86C3DAAD}"/>
              </a:ext>
            </a:extLst>
          </p:cNvPr>
          <p:cNvSpPr>
            <a:spLocks noGrp="1"/>
          </p:cNvSpPr>
          <p:nvPr>
            <p:ph type="ctrTitle"/>
          </p:nvPr>
        </p:nvSpPr>
        <p:spPr>
          <a:xfrm>
            <a:off x="1490472" y="1463557"/>
            <a:ext cx="9144000" cy="2387600"/>
          </a:xfrm>
        </p:spPr>
        <p:txBody>
          <a:bodyPr anchor="b">
            <a:normAutofit/>
          </a:bodyPr>
          <a:lstStyle>
            <a:lvl1pPr algn="ctr">
              <a:lnSpc>
                <a:spcPct val="90000"/>
              </a:lnSpc>
              <a:defRPr sz="52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8CEE38DF-F503-4E79-B1B0-16489708A1B5}"/>
              </a:ext>
            </a:extLst>
          </p:cNvPr>
          <p:cNvSpPr>
            <a:spLocks noGrp="1"/>
          </p:cNvSpPr>
          <p:nvPr>
            <p:ph type="subTitle" idx="1"/>
          </p:nvPr>
        </p:nvSpPr>
        <p:spPr>
          <a:xfrm>
            <a:off x="1490472" y="3943232"/>
            <a:ext cx="9144000" cy="1655762"/>
          </a:xfrm>
        </p:spPr>
        <p:txBody>
          <a:bodyPr>
            <a:normAutofit/>
          </a:bodyPr>
          <a:lstStyle>
            <a:lvl1pPr marL="0" indent="0" algn="ctr">
              <a:lnSpc>
                <a:spcPct val="110000"/>
              </a:lnSpc>
              <a:buNone/>
              <a:defRPr sz="24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4" name="Date Placeholder 13">
            <a:extLst>
              <a:ext uri="{FF2B5EF4-FFF2-40B4-BE49-F238E27FC236}">
                <a16:creationId xmlns:a16="http://schemas.microsoft.com/office/drawing/2014/main" id="{46538D75-00C2-DE73-4C65-FE94AC658370}"/>
              </a:ext>
            </a:extLst>
          </p:cNvPr>
          <p:cNvSpPr>
            <a:spLocks noGrp="1"/>
          </p:cNvSpPr>
          <p:nvPr>
            <p:ph type="dt" sz="half" idx="10"/>
          </p:nvPr>
        </p:nvSpPr>
        <p:spPr/>
        <p:txBody>
          <a:bodyPr/>
          <a:lstStyle/>
          <a:p>
            <a:fld id="{17F50B8E-A176-49F2-A3C1-FEDA0200170B}" type="datetime2">
              <a:rPr lang="en-US" smtClean="0"/>
              <a:t>Thursday, November 14, 2024</a:t>
            </a:fld>
            <a:endParaRPr lang="en-US" dirty="0"/>
          </a:p>
        </p:txBody>
      </p:sp>
      <p:sp>
        <p:nvSpPr>
          <p:cNvPr id="16" name="Footer Placeholder 15">
            <a:extLst>
              <a:ext uri="{FF2B5EF4-FFF2-40B4-BE49-F238E27FC236}">
                <a16:creationId xmlns:a16="http://schemas.microsoft.com/office/drawing/2014/main" id="{6B601B81-68C1-B63A-105C-EC637DF56CB7}"/>
              </a:ext>
            </a:extLst>
          </p:cNvPr>
          <p:cNvSpPr>
            <a:spLocks noGrp="1"/>
          </p:cNvSpPr>
          <p:nvPr>
            <p:ph type="ftr" sz="quarter" idx="11"/>
          </p:nvPr>
        </p:nvSpPr>
        <p:spPr/>
        <p:txBody>
          <a:bodyPr/>
          <a:lstStyle/>
          <a:p>
            <a:r>
              <a:rPr lang="en-US"/>
              <a:t>Sample Footer Text</a:t>
            </a:r>
          </a:p>
        </p:txBody>
      </p:sp>
      <p:sp>
        <p:nvSpPr>
          <p:cNvPr id="17" name="Slide Number Placeholder 16">
            <a:extLst>
              <a:ext uri="{FF2B5EF4-FFF2-40B4-BE49-F238E27FC236}">
                <a16:creationId xmlns:a16="http://schemas.microsoft.com/office/drawing/2014/main" id="{E9F3E495-0415-392A-9A07-34555BBC7F4C}"/>
              </a:ext>
            </a:extLst>
          </p:cNvPr>
          <p:cNvSpPr>
            <a:spLocks noGrp="1"/>
          </p:cNvSpPr>
          <p:nvPr>
            <p:ph type="sldNum" sz="quarter" idx="12"/>
          </p:nvPr>
        </p:nvSpPr>
        <p:spPr/>
        <p:txBody>
          <a:bodyPr/>
          <a:lstStyle/>
          <a:p>
            <a:fld id="{7BE69E03-4804-4553-A1EC-F089884EF50F}" type="slidenum">
              <a:rPr lang="en-US" smtClean="0"/>
              <a:t>‹#›</a:t>
            </a:fld>
            <a:endParaRPr lang="en-US"/>
          </a:p>
        </p:txBody>
      </p:sp>
    </p:spTree>
    <p:extLst>
      <p:ext uri="{BB962C8B-B14F-4D97-AF65-F5344CB8AC3E}">
        <p14:creationId xmlns:p14="http://schemas.microsoft.com/office/powerpoint/2010/main" val="21818620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14413-82C1-4EBC-8C6B-BC5F842D13A2}"/>
              </a:ext>
            </a:extLst>
          </p:cNvPr>
          <p:cNvSpPr>
            <a:spLocks noGrp="1"/>
          </p:cNvSpPr>
          <p:nvPr>
            <p:ph type="title"/>
          </p:nvPr>
        </p:nvSpPr>
        <p:spPr/>
        <p:txBody>
          <a:bodyPr>
            <a:normAutofit/>
          </a:bodyPr>
          <a:lstStyle>
            <a:lvl1pPr>
              <a:lnSpc>
                <a:spcPct val="90000"/>
              </a:lnSpc>
              <a:defRPr sz="5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328F029A-192E-4A44-ACC7-6C5212C77736}"/>
              </a:ext>
            </a:extLst>
          </p:cNvPr>
          <p:cNvSpPr>
            <a:spLocks noGrp="1"/>
          </p:cNvSpPr>
          <p:nvPr>
            <p:ph idx="1"/>
          </p:nvPr>
        </p:nvSpPr>
        <p:spPr>
          <a:xfrm>
            <a:off x="420624" y="1825625"/>
            <a:ext cx="10515600" cy="4206383"/>
          </a:xfrm>
        </p:spPr>
        <p:txBody>
          <a:bodyPr/>
          <a:lstStyle>
            <a:lvl1pPr>
              <a:defRPr sz="2400"/>
            </a:lvl1pPr>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Date Placeholder 10">
            <a:extLst>
              <a:ext uri="{FF2B5EF4-FFF2-40B4-BE49-F238E27FC236}">
                <a16:creationId xmlns:a16="http://schemas.microsoft.com/office/drawing/2014/main" id="{A25CBB87-BE9B-82CE-8A24-F21EEA0366C3}"/>
              </a:ext>
            </a:extLst>
          </p:cNvPr>
          <p:cNvSpPr>
            <a:spLocks noGrp="1"/>
          </p:cNvSpPr>
          <p:nvPr>
            <p:ph type="dt" sz="half" idx="10"/>
          </p:nvPr>
        </p:nvSpPr>
        <p:spPr/>
        <p:txBody>
          <a:bodyPr/>
          <a:lstStyle/>
          <a:p>
            <a:fld id="{57997BA6-BEF8-495F-ACCD-8D19769E4FC6}" type="datetime2">
              <a:rPr lang="en-US" smtClean="0"/>
              <a:t>Thursday, November 14, 2024</a:t>
            </a:fld>
            <a:endParaRPr lang="en-US" dirty="0"/>
          </a:p>
        </p:txBody>
      </p:sp>
      <p:sp>
        <p:nvSpPr>
          <p:cNvPr id="12" name="Footer Placeholder 11">
            <a:extLst>
              <a:ext uri="{FF2B5EF4-FFF2-40B4-BE49-F238E27FC236}">
                <a16:creationId xmlns:a16="http://schemas.microsoft.com/office/drawing/2014/main" id="{B2131628-C033-9728-C4CF-90CDBCB89F7F}"/>
              </a:ext>
            </a:extLst>
          </p:cNvPr>
          <p:cNvSpPr>
            <a:spLocks noGrp="1"/>
          </p:cNvSpPr>
          <p:nvPr>
            <p:ph type="ftr" sz="quarter" idx="11"/>
          </p:nvPr>
        </p:nvSpPr>
        <p:spPr/>
        <p:txBody>
          <a:bodyPr/>
          <a:lstStyle/>
          <a:p>
            <a:r>
              <a:rPr lang="en-US" dirty="0"/>
              <a:t>Sample Footer Text</a:t>
            </a:r>
          </a:p>
        </p:txBody>
      </p:sp>
      <p:sp>
        <p:nvSpPr>
          <p:cNvPr id="13" name="Slide Number Placeholder 12">
            <a:extLst>
              <a:ext uri="{FF2B5EF4-FFF2-40B4-BE49-F238E27FC236}">
                <a16:creationId xmlns:a16="http://schemas.microsoft.com/office/drawing/2014/main" id="{B67216CA-9A26-BBE7-68A3-9237D22CDFC8}"/>
              </a:ext>
            </a:extLst>
          </p:cNvPr>
          <p:cNvSpPr>
            <a:spLocks noGrp="1"/>
          </p:cNvSpPr>
          <p:nvPr>
            <p:ph type="sldNum" sz="quarter" idx="12"/>
          </p:nvPr>
        </p:nvSpPr>
        <p:spPr/>
        <p:txBody>
          <a:bodyPr/>
          <a:lstStyle/>
          <a:p>
            <a:fld id="{7BE69E03-4804-4553-A1EC-F089884EF50F}" type="slidenum">
              <a:rPr lang="en-US" smtClean="0"/>
              <a:t>‹#›</a:t>
            </a:fld>
            <a:endParaRPr lang="en-US"/>
          </a:p>
        </p:txBody>
      </p:sp>
    </p:spTree>
    <p:extLst>
      <p:ext uri="{BB962C8B-B14F-4D97-AF65-F5344CB8AC3E}">
        <p14:creationId xmlns:p14="http://schemas.microsoft.com/office/powerpoint/2010/main" val="19098386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AF4BC-D1E9-40F0-A26B-9EA9B6B69755}"/>
              </a:ext>
            </a:extLst>
          </p:cNvPr>
          <p:cNvSpPr>
            <a:spLocks noGrp="1"/>
          </p:cNvSpPr>
          <p:nvPr>
            <p:ph type="title"/>
          </p:nvPr>
        </p:nvSpPr>
        <p:spPr>
          <a:xfrm>
            <a:off x="420624" y="1081941"/>
            <a:ext cx="10515600" cy="2852737"/>
          </a:xfrm>
        </p:spPr>
        <p:txBody>
          <a:bodyPr anchor="b">
            <a:normAutofit/>
          </a:bodyPr>
          <a:lstStyle>
            <a:lvl1pP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F7974A6-FAB9-47DA-8F1A-701DFC8DF327}"/>
              </a:ext>
            </a:extLst>
          </p:cNvPr>
          <p:cNvSpPr>
            <a:spLocks noGrp="1"/>
          </p:cNvSpPr>
          <p:nvPr>
            <p:ph type="body" idx="1"/>
          </p:nvPr>
        </p:nvSpPr>
        <p:spPr>
          <a:xfrm>
            <a:off x="420624" y="3961666"/>
            <a:ext cx="10515600" cy="1500187"/>
          </a:xfrm>
        </p:spPr>
        <p:txBody>
          <a:bodyPr>
            <a:normAutofit/>
          </a:bodyPr>
          <a:lstStyle>
            <a:lvl1pPr marL="0" indent="0">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Date Placeholder 9">
            <a:extLst>
              <a:ext uri="{FF2B5EF4-FFF2-40B4-BE49-F238E27FC236}">
                <a16:creationId xmlns:a16="http://schemas.microsoft.com/office/drawing/2014/main" id="{6B034DD9-4A61-318F-88CF-79721B55AC5B}"/>
              </a:ext>
            </a:extLst>
          </p:cNvPr>
          <p:cNvSpPr>
            <a:spLocks noGrp="1"/>
          </p:cNvSpPr>
          <p:nvPr>
            <p:ph type="dt" sz="half" idx="10"/>
          </p:nvPr>
        </p:nvSpPr>
        <p:spPr/>
        <p:txBody>
          <a:bodyPr/>
          <a:lstStyle/>
          <a:p>
            <a:fld id="{4857292D-4609-4E55-92E3-C12C6A1234E8}" type="datetime2">
              <a:rPr lang="en-US" smtClean="0"/>
              <a:t>Thursday, November 14, 2024</a:t>
            </a:fld>
            <a:endParaRPr lang="en-US" dirty="0"/>
          </a:p>
        </p:txBody>
      </p:sp>
      <p:sp>
        <p:nvSpPr>
          <p:cNvPr id="11" name="Footer Placeholder 10">
            <a:extLst>
              <a:ext uri="{FF2B5EF4-FFF2-40B4-BE49-F238E27FC236}">
                <a16:creationId xmlns:a16="http://schemas.microsoft.com/office/drawing/2014/main" id="{D496DA99-E916-9F7C-9E88-AA06046AE94C}"/>
              </a:ext>
            </a:extLst>
          </p:cNvPr>
          <p:cNvSpPr>
            <a:spLocks noGrp="1"/>
          </p:cNvSpPr>
          <p:nvPr>
            <p:ph type="ftr" sz="quarter" idx="11"/>
          </p:nvPr>
        </p:nvSpPr>
        <p:spPr/>
        <p:txBody>
          <a:bodyPr/>
          <a:lstStyle/>
          <a:p>
            <a:r>
              <a:rPr lang="en-US"/>
              <a:t>Sample Footer Text</a:t>
            </a:r>
          </a:p>
        </p:txBody>
      </p:sp>
      <p:sp>
        <p:nvSpPr>
          <p:cNvPr id="12" name="Slide Number Placeholder 11">
            <a:extLst>
              <a:ext uri="{FF2B5EF4-FFF2-40B4-BE49-F238E27FC236}">
                <a16:creationId xmlns:a16="http://schemas.microsoft.com/office/drawing/2014/main" id="{21CC86B5-B6B3-4633-0D90-AACB44D0D409}"/>
              </a:ext>
            </a:extLst>
          </p:cNvPr>
          <p:cNvSpPr>
            <a:spLocks noGrp="1"/>
          </p:cNvSpPr>
          <p:nvPr>
            <p:ph type="sldNum" sz="quarter" idx="12"/>
          </p:nvPr>
        </p:nvSpPr>
        <p:spPr/>
        <p:txBody>
          <a:bodyPr/>
          <a:lstStyle/>
          <a:p>
            <a:fld id="{7BE69E03-4804-4553-A1EC-F089884EF50F}" type="slidenum">
              <a:rPr lang="en-US" smtClean="0"/>
              <a:t>‹#›</a:t>
            </a:fld>
            <a:endParaRPr lang="en-US"/>
          </a:p>
        </p:txBody>
      </p:sp>
    </p:spTree>
    <p:extLst>
      <p:ext uri="{BB962C8B-B14F-4D97-AF65-F5344CB8AC3E}">
        <p14:creationId xmlns:p14="http://schemas.microsoft.com/office/powerpoint/2010/main" val="1003362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78F7F10-35F6-E392-D41B-3CD300D5CCF8}"/>
              </a:ext>
            </a:extLst>
          </p:cNvPr>
          <p:cNvSpPr/>
          <p:nvPr/>
        </p:nvSpPr>
        <p:spPr>
          <a:xfrm>
            <a:off x="0" y="685800"/>
            <a:ext cx="11494008"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264F76-994F-4AB5-B17B-46C0C2FA5AE5}"/>
              </a:ext>
            </a:extLst>
          </p:cNvPr>
          <p:cNvSpPr>
            <a:spLocks noGrp="1"/>
          </p:cNvSpPr>
          <p:nvPr>
            <p:ph type="title"/>
          </p:nvPr>
        </p:nvSpPr>
        <p:spPr/>
        <p:txBody>
          <a:bodyPr>
            <a:normAutofit/>
          </a:bodyPr>
          <a:lstStyle>
            <a:lvl1pPr>
              <a:defRPr sz="5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5A69B3B-A540-4556-98C8-1F49704A794E}"/>
              </a:ext>
            </a:extLst>
          </p:cNvPr>
          <p:cNvSpPr>
            <a:spLocks noGrp="1"/>
          </p:cNvSpPr>
          <p:nvPr>
            <p:ph sz="half" idx="1"/>
          </p:nvPr>
        </p:nvSpPr>
        <p:spPr>
          <a:xfrm>
            <a:off x="420624" y="1825625"/>
            <a:ext cx="5181600" cy="4206382"/>
          </a:xfrm>
        </p:spPr>
        <p:txBody>
          <a:bodyPr vert="horz" lIns="91440" tIns="45720" rIns="91440" bIns="45720" rtlCol="0">
            <a:normAutofit/>
          </a:bodyPr>
          <a:lstStyle>
            <a:lvl1pPr>
              <a:defRPr lang="en-US" smtClean="0"/>
            </a:lvl1pPr>
            <a:lvl2pPr>
              <a:defRPr lang="en-US" smtClean="0"/>
            </a:lvl2pPr>
            <a:lvl3pPr>
              <a:defRPr lang="en-US" smtClean="0"/>
            </a:lvl3pPr>
            <a:lvl4pPr>
              <a:defRPr lang="en-US" smtClean="0"/>
            </a:lvl4pPr>
            <a:lvl5pPr>
              <a:defRPr lang="en-US" dirty="0"/>
            </a:lvl5pPr>
          </a:lstStyle>
          <a:p>
            <a:pPr lvl="0">
              <a:buChar char="¬"/>
            </a:pPr>
            <a:r>
              <a:rPr lang="en-US"/>
              <a:t>Click to edit Master text styles</a:t>
            </a:r>
          </a:p>
          <a:p>
            <a:pPr lvl="1">
              <a:buChar char="¬"/>
            </a:pPr>
            <a:r>
              <a:rPr lang="en-US"/>
              <a:t>Second level</a:t>
            </a:r>
          </a:p>
          <a:p>
            <a:pPr lvl="2">
              <a:buChar char="¬"/>
            </a:pPr>
            <a:r>
              <a:rPr lang="en-US"/>
              <a:t>Third level</a:t>
            </a:r>
          </a:p>
          <a:p>
            <a:pPr lvl="3">
              <a:buChar char="¬"/>
            </a:pPr>
            <a:r>
              <a:rPr lang="en-US"/>
              <a:t>Fourth level</a:t>
            </a:r>
          </a:p>
          <a:p>
            <a:pPr lvl="4">
              <a:buChar char="¬"/>
            </a:pPr>
            <a:r>
              <a:rPr lang="en-US"/>
              <a:t>Fifth level</a:t>
            </a:r>
            <a:endParaRPr lang="en-US" dirty="0"/>
          </a:p>
        </p:txBody>
      </p:sp>
      <p:sp>
        <p:nvSpPr>
          <p:cNvPr id="4" name="Content Placeholder 3">
            <a:extLst>
              <a:ext uri="{FF2B5EF4-FFF2-40B4-BE49-F238E27FC236}">
                <a16:creationId xmlns:a16="http://schemas.microsoft.com/office/drawing/2014/main" id="{DEC72438-7C63-48F2-9D6F-2461BFD6D5E5}"/>
              </a:ext>
            </a:extLst>
          </p:cNvPr>
          <p:cNvSpPr>
            <a:spLocks noGrp="1"/>
          </p:cNvSpPr>
          <p:nvPr>
            <p:ph sz="half" idx="2"/>
          </p:nvPr>
        </p:nvSpPr>
        <p:spPr>
          <a:xfrm>
            <a:off x="5756178" y="1825625"/>
            <a:ext cx="5180046" cy="4206382"/>
          </a:xfrm>
        </p:spPr>
        <p:txBody>
          <a:bodyPr/>
          <a:lstStyle>
            <a:lvl1pPr marL="228600" indent="-228600">
              <a:buFont typeface="Wingdings 2" panose="05020102010507070707" pitchFamily="18" charset="2"/>
              <a:buChar char="¬"/>
              <a:defRPr/>
            </a:lvl1pPr>
            <a:lvl2pPr marL="685800" indent="-228600">
              <a:buFont typeface="Wingdings 2" panose="05020102010507070707" pitchFamily="18" charset="2"/>
              <a:buChar char="¬"/>
              <a:defRPr/>
            </a:lvl2pPr>
            <a:lvl3pPr marL="1143000" indent="-228600">
              <a:buFont typeface="Wingdings 2" panose="05020102010507070707" pitchFamily="18" charset="2"/>
              <a:buChar char="¬"/>
              <a:defRPr/>
            </a:lvl3pPr>
            <a:lvl4pPr marL="1600200" indent="-228600">
              <a:buFont typeface="Wingdings 2" panose="05020102010507070707" pitchFamily="18" charset="2"/>
              <a:buChar char="¬"/>
              <a:defRPr/>
            </a:lvl4pPr>
            <a:lvl5pPr marL="2057400" indent="-228600">
              <a:buFont typeface="Wingdings 2" panose="05020102010507070707" pitchFamily="18"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Date Placeholder 14">
            <a:extLst>
              <a:ext uri="{FF2B5EF4-FFF2-40B4-BE49-F238E27FC236}">
                <a16:creationId xmlns:a16="http://schemas.microsoft.com/office/drawing/2014/main" id="{35274CEC-210E-BC97-9B79-A7D801E4B5F6}"/>
              </a:ext>
            </a:extLst>
          </p:cNvPr>
          <p:cNvSpPr>
            <a:spLocks noGrp="1"/>
          </p:cNvSpPr>
          <p:nvPr>
            <p:ph type="dt" sz="half" idx="10"/>
          </p:nvPr>
        </p:nvSpPr>
        <p:spPr/>
        <p:txBody>
          <a:bodyPr/>
          <a:lstStyle/>
          <a:p>
            <a:fld id="{003E0E29-2C79-4A2A-B61C-A21B8362A50A}" type="datetime2">
              <a:rPr lang="en-US" smtClean="0"/>
              <a:t>Thursday, November 14, 2024</a:t>
            </a:fld>
            <a:endParaRPr lang="en-US"/>
          </a:p>
        </p:txBody>
      </p:sp>
      <p:sp>
        <p:nvSpPr>
          <p:cNvPr id="16" name="Footer Placeholder 15">
            <a:extLst>
              <a:ext uri="{FF2B5EF4-FFF2-40B4-BE49-F238E27FC236}">
                <a16:creationId xmlns:a16="http://schemas.microsoft.com/office/drawing/2014/main" id="{486B3D53-F805-C08E-2359-498218FC6898}"/>
              </a:ext>
            </a:extLst>
          </p:cNvPr>
          <p:cNvSpPr>
            <a:spLocks noGrp="1"/>
          </p:cNvSpPr>
          <p:nvPr>
            <p:ph type="ftr" sz="quarter" idx="11"/>
          </p:nvPr>
        </p:nvSpPr>
        <p:spPr/>
        <p:txBody>
          <a:bodyPr/>
          <a:lstStyle/>
          <a:p>
            <a:r>
              <a:rPr lang="en-US"/>
              <a:t>Sample Footer Text</a:t>
            </a:r>
          </a:p>
        </p:txBody>
      </p:sp>
      <p:sp>
        <p:nvSpPr>
          <p:cNvPr id="17" name="Slide Number Placeholder 16">
            <a:extLst>
              <a:ext uri="{FF2B5EF4-FFF2-40B4-BE49-F238E27FC236}">
                <a16:creationId xmlns:a16="http://schemas.microsoft.com/office/drawing/2014/main" id="{61C4695B-D7BD-45F7-EB23-6FDAF2410BB2}"/>
              </a:ext>
            </a:extLst>
          </p:cNvPr>
          <p:cNvSpPr>
            <a:spLocks noGrp="1"/>
          </p:cNvSpPr>
          <p:nvPr>
            <p:ph type="sldNum" sz="quarter" idx="12"/>
          </p:nvPr>
        </p:nvSpPr>
        <p:spPr/>
        <p:txBody>
          <a:bodyPr/>
          <a:lstStyle/>
          <a:p>
            <a:fld id="{7BE69E03-4804-4553-A1EC-F089884EF50F}" type="slidenum">
              <a:rPr lang="en-US" smtClean="0"/>
              <a:t>‹#›</a:t>
            </a:fld>
            <a:endParaRPr lang="en-US"/>
          </a:p>
        </p:txBody>
      </p:sp>
    </p:spTree>
    <p:extLst>
      <p:ext uri="{BB962C8B-B14F-4D97-AF65-F5344CB8AC3E}">
        <p14:creationId xmlns:p14="http://schemas.microsoft.com/office/powerpoint/2010/main" val="25109664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4A1F52B7-5271-53AA-8260-0CF50FF8DA3C}"/>
              </a:ext>
            </a:extLst>
          </p:cNvPr>
          <p:cNvSpPr/>
          <p:nvPr/>
        </p:nvSpPr>
        <p:spPr>
          <a:xfrm>
            <a:off x="0" y="685800"/>
            <a:ext cx="11494008"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2F9955-0460-4A20-8FC6-300595560010}"/>
              </a:ext>
            </a:extLst>
          </p:cNvPr>
          <p:cNvSpPr>
            <a:spLocks noGrp="1"/>
          </p:cNvSpPr>
          <p:nvPr>
            <p:ph type="title"/>
          </p:nvPr>
        </p:nvSpPr>
        <p:spPr>
          <a:xfrm>
            <a:off x="422178" y="365125"/>
            <a:ext cx="10515600" cy="1325563"/>
          </a:xfrm>
        </p:spPr>
        <p:txBody>
          <a:bodyPr>
            <a:normAutofit/>
          </a:bodyPr>
          <a:lstStyle>
            <a:lvl1pPr>
              <a:defRPr sz="52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F95DDA7-4AAD-4EBE-880C-200E5F10A6C4}"/>
              </a:ext>
            </a:extLst>
          </p:cNvPr>
          <p:cNvSpPr>
            <a:spLocks noGrp="1"/>
          </p:cNvSpPr>
          <p:nvPr>
            <p:ph type="body" idx="1"/>
          </p:nvPr>
        </p:nvSpPr>
        <p:spPr>
          <a:xfrm>
            <a:off x="422178" y="1681163"/>
            <a:ext cx="5157787" cy="823912"/>
          </a:xfrm>
        </p:spPr>
        <p:txBody>
          <a:bodyPr anchor="b">
            <a:normAutofit/>
          </a:bodyPr>
          <a:lstStyle>
            <a:lvl1pPr marL="0" indent="0">
              <a:buNone/>
              <a:defRPr sz="3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9717496-E470-4CF6-884C-F07390A4688A}"/>
              </a:ext>
            </a:extLst>
          </p:cNvPr>
          <p:cNvSpPr>
            <a:spLocks noGrp="1"/>
          </p:cNvSpPr>
          <p:nvPr>
            <p:ph sz="half" idx="2"/>
          </p:nvPr>
        </p:nvSpPr>
        <p:spPr>
          <a:xfrm>
            <a:off x="422178" y="2505075"/>
            <a:ext cx="5157787" cy="3526932"/>
          </a:xfrm>
        </p:spPr>
        <p:txBody>
          <a:bodyPr/>
          <a:lstStyle>
            <a:lvl1pPr>
              <a:defRPr sz="2400"/>
            </a:lvl1pPr>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F8C438EA-D381-4F22-A911-ECDD6D04FB33}"/>
              </a:ext>
            </a:extLst>
          </p:cNvPr>
          <p:cNvSpPr>
            <a:spLocks noGrp="1"/>
          </p:cNvSpPr>
          <p:nvPr>
            <p:ph type="body" sz="quarter" idx="3"/>
          </p:nvPr>
        </p:nvSpPr>
        <p:spPr>
          <a:xfrm>
            <a:off x="5754590" y="1681163"/>
            <a:ext cx="5183188" cy="823912"/>
          </a:xfrm>
        </p:spPr>
        <p:txBody>
          <a:bodyPr anchor="b">
            <a:normAutofit/>
          </a:bodyPr>
          <a:lstStyle>
            <a:lvl1pPr marL="0" indent="0">
              <a:buNone/>
              <a:defRPr sz="3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3F255FA-A04D-49F2-8DB4-3CC082D0DBC8}"/>
              </a:ext>
            </a:extLst>
          </p:cNvPr>
          <p:cNvSpPr>
            <a:spLocks noGrp="1"/>
          </p:cNvSpPr>
          <p:nvPr>
            <p:ph sz="quarter" idx="4"/>
          </p:nvPr>
        </p:nvSpPr>
        <p:spPr>
          <a:xfrm>
            <a:off x="5754590" y="2505075"/>
            <a:ext cx="5183188" cy="3526932"/>
          </a:xfrm>
        </p:spPr>
        <p:txBody>
          <a:bodyPr/>
          <a:lstStyle>
            <a:lvl1pPr>
              <a:defRPr sz="2400"/>
            </a:lvl1pPr>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a:extLst>
              <a:ext uri="{FF2B5EF4-FFF2-40B4-BE49-F238E27FC236}">
                <a16:creationId xmlns:a16="http://schemas.microsoft.com/office/drawing/2014/main" id="{7198C3F1-4E77-7888-CDB8-CF9406E4A2E0}"/>
              </a:ext>
            </a:extLst>
          </p:cNvPr>
          <p:cNvSpPr>
            <a:spLocks noGrp="1"/>
          </p:cNvSpPr>
          <p:nvPr>
            <p:ph type="dt" sz="half" idx="10"/>
          </p:nvPr>
        </p:nvSpPr>
        <p:spPr/>
        <p:txBody>
          <a:bodyPr/>
          <a:lstStyle/>
          <a:p>
            <a:fld id="{B0CA0177-5432-41AC-9593-8EC96BFF4F82}" type="datetime2">
              <a:rPr lang="en-US" smtClean="0"/>
              <a:t>Thursday, November 14, 2024</a:t>
            </a:fld>
            <a:endParaRPr lang="en-US" dirty="0"/>
          </a:p>
        </p:txBody>
      </p:sp>
      <p:sp>
        <p:nvSpPr>
          <p:cNvPr id="11" name="Footer Placeholder 10">
            <a:extLst>
              <a:ext uri="{FF2B5EF4-FFF2-40B4-BE49-F238E27FC236}">
                <a16:creationId xmlns:a16="http://schemas.microsoft.com/office/drawing/2014/main" id="{493561D3-90F6-AD82-BCFE-90F9427D867B}"/>
              </a:ext>
            </a:extLst>
          </p:cNvPr>
          <p:cNvSpPr>
            <a:spLocks noGrp="1"/>
          </p:cNvSpPr>
          <p:nvPr>
            <p:ph type="ftr" sz="quarter" idx="11"/>
          </p:nvPr>
        </p:nvSpPr>
        <p:spPr/>
        <p:txBody>
          <a:bodyPr/>
          <a:lstStyle/>
          <a:p>
            <a:r>
              <a:rPr lang="en-US"/>
              <a:t>Sample Footer Text</a:t>
            </a:r>
          </a:p>
        </p:txBody>
      </p:sp>
      <p:sp>
        <p:nvSpPr>
          <p:cNvPr id="12" name="Slide Number Placeholder 11">
            <a:extLst>
              <a:ext uri="{FF2B5EF4-FFF2-40B4-BE49-F238E27FC236}">
                <a16:creationId xmlns:a16="http://schemas.microsoft.com/office/drawing/2014/main" id="{932F9B33-3FA7-526F-7B45-342EB64A1CDB}"/>
              </a:ext>
            </a:extLst>
          </p:cNvPr>
          <p:cNvSpPr>
            <a:spLocks noGrp="1"/>
          </p:cNvSpPr>
          <p:nvPr>
            <p:ph type="sldNum" sz="quarter" idx="12"/>
          </p:nvPr>
        </p:nvSpPr>
        <p:spPr/>
        <p:txBody>
          <a:bodyPr/>
          <a:lstStyle/>
          <a:p>
            <a:fld id="{7BE69E03-4804-4553-A1EC-F089884EF50F}" type="slidenum">
              <a:rPr lang="en-US" smtClean="0"/>
              <a:t>‹#›</a:t>
            </a:fld>
            <a:endParaRPr lang="en-US"/>
          </a:p>
        </p:txBody>
      </p:sp>
    </p:spTree>
    <p:extLst>
      <p:ext uri="{BB962C8B-B14F-4D97-AF65-F5344CB8AC3E}">
        <p14:creationId xmlns:p14="http://schemas.microsoft.com/office/powerpoint/2010/main" val="22267452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1F235-FBFF-453E-B90A-5758ED47C7B0}"/>
              </a:ext>
            </a:extLst>
          </p:cNvPr>
          <p:cNvSpPr>
            <a:spLocks noGrp="1"/>
          </p:cNvSpPr>
          <p:nvPr>
            <p:ph type="title"/>
          </p:nvPr>
        </p:nvSpPr>
        <p:spPr>
          <a:xfrm>
            <a:off x="420624" y="938306"/>
            <a:ext cx="10515600" cy="1325563"/>
          </a:xfrm>
        </p:spPr>
        <p:txBody>
          <a:bodyPr>
            <a:normAutofit/>
          </a:bodyPr>
          <a:lstStyle>
            <a:lvl1pPr>
              <a:defRPr sz="5200"/>
            </a:lvl1pPr>
          </a:lstStyle>
          <a:p>
            <a:r>
              <a:rPr lang="en-US"/>
              <a:t>Click to edit Master title style</a:t>
            </a:r>
            <a:endParaRPr lang="en-US" dirty="0"/>
          </a:p>
        </p:txBody>
      </p:sp>
      <p:sp>
        <p:nvSpPr>
          <p:cNvPr id="8" name="Date Placeholder 7">
            <a:extLst>
              <a:ext uri="{FF2B5EF4-FFF2-40B4-BE49-F238E27FC236}">
                <a16:creationId xmlns:a16="http://schemas.microsoft.com/office/drawing/2014/main" id="{A9328E63-E075-39E2-BAA7-30CCAE2E779E}"/>
              </a:ext>
            </a:extLst>
          </p:cNvPr>
          <p:cNvSpPr>
            <a:spLocks noGrp="1"/>
          </p:cNvSpPr>
          <p:nvPr>
            <p:ph type="dt" sz="half" idx="10"/>
          </p:nvPr>
        </p:nvSpPr>
        <p:spPr/>
        <p:txBody>
          <a:bodyPr/>
          <a:lstStyle/>
          <a:p>
            <a:fld id="{EED29A7B-B2F1-41A3-B969-4E25F618B967}" type="datetime2">
              <a:rPr lang="en-US" smtClean="0"/>
              <a:t>Thursday, November 14, 2024</a:t>
            </a:fld>
            <a:endParaRPr lang="en-US" dirty="0"/>
          </a:p>
        </p:txBody>
      </p:sp>
      <p:sp>
        <p:nvSpPr>
          <p:cNvPr id="9" name="Footer Placeholder 8">
            <a:extLst>
              <a:ext uri="{FF2B5EF4-FFF2-40B4-BE49-F238E27FC236}">
                <a16:creationId xmlns:a16="http://schemas.microsoft.com/office/drawing/2014/main" id="{2A5894A5-0E01-F43E-C68A-2EFAB2EB89D8}"/>
              </a:ext>
            </a:extLst>
          </p:cNvPr>
          <p:cNvSpPr>
            <a:spLocks noGrp="1"/>
          </p:cNvSpPr>
          <p:nvPr>
            <p:ph type="ftr" sz="quarter" idx="11"/>
          </p:nvPr>
        </p:nvSpPr>
        <p:spPr/>
        <p:txBody>
          <a:bodyPr/>
          <a:lstStyle/>
          <a:p>
            <a:r>
              <a:rPr lang="en-US"/>
              <a:t>Sample Footer Text</a:t>
            </a:r>
          </a:p>
        </p:txBody>
      </p:sp>
      <p:sp>
        <p:nvSpPr>
          <p:cNvPr id="10" name="Slide Number Placeholder 9">
            <a:extLst>
              <a:ext uri="{FF2B5EF4-FFF2-40B4-BE49-F238E27FC236}">
                <a16:creationId xmlns:a16="http://schemas.microsoft.com/office/drawing/2014/main" id="{7250128C-CE40-2B40-1B89-7E9AAAAC4393}"/>
              </a:ext>
            </a:extLst>
          </p:cNvPr>
          <p:cNvSpPr>
            <a:spLocks noGrp="1"/>
          </p:cNvSpPr>
          <p:nvPr>
            <p:ph type="sldNum" sz="quarter" idx="12"/>
          </p:nvPr>
        </p:nvSpPr>
        <p:spPr/>
        <p:txBody>
          <a:bodyPr/>
          <a:lstStyle/>
          <a:p>
            <a:fld id="{7BE69E03-4804-4553-A1EC-F089884EF50F}" type="slidenum">
              <a:rPr lang="en-US" smtClean="0"/>
              <a:t>‹#›</a:t>
            </a:fld>
            <a:endParaRPr lang="en-US"/>
          </a:p>
        </p:txBody>
      </p:sp>
    </p:spTree>
    <p:extLst>
      <p:ext uri="{BB962C8B-B14F-4D97-AF65-F5344CB8AC3E}">
        <p14:creationId xmlns:p14="http://schemas.microsoft.com/office/powerpoint/2010/main" val="3281689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E281B99-C6A0-F92A-BDD3-BB362196501C}"/>
              </a:ext>
            </a:extLst>
          </p:cNvPr>
          <p:cNvSpPr/>
          <p:nvPr/>
        </p:nvSpPr>
        <p:spPr>
          <a:xfrm>
            <a:off x="0" y="0"/>
            <a:ext cx="1218895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Rectangle 2">
            <a:extLst>
              <a:ext uri="{FF2B5EF4-FFF2-40B4-BE49-F238E27FC236}">
                <a16:creationId xmlns:a16="http://schemas.microsoft.com/office/drawing/2014/main" id="{3EB8367C-67E1-A50A-1584-F859A6FED9C9}"/>
              </a:ext>
            </a:extLst>
          </p:cNvPr>
          <p:cNvSpPr/>
          <p:nvPr/>
        </p:nvSpPr>
        <p:spPr>
          <a:xfrm>
            <a:off x="0" y="0"/>
            <a:ext cx="12188952" cy="6858000"/>
          </a:xfrm>
          <a:prstGeom prst="rect">
            <a:avLst/>
          </a:prstGeom>
          <a:solidFill>
            <a:schemeClr val="bg2">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 name="Date Placeholder 4">
            <a:extLst>
              <a:ext uri="{FF2B5EF4-FFF2-40B4-BE49-F238E27FC236}">
                <a16:creationId xmlns:a16="http://schemas.microsoft.com/office/drawing/2014/main" id="{2ABB8861-51D7-741E-6B2C-25412D40E5BD}"/>
              </a:ext>
            </a:extLst>
          </p:cNvPr>
          <p:cNvSpPr>
            <a:spLocks noGrp="1"/>
          </p:cNvSpPr>
          <p:nvPr>
            <p:ph type="dt" sz="half" idx="10"/>
          </p:nvPr>
        </p:nvSpPr>
        <p:spPr/>
        <p:txBody>
          <a:bodyPr/>
          <a:lstStyle/>
          <a:p>
            <a:fld id="{4EE98B79-F222-4FD1-8713-07459E1B5004}" type="datetime2">
              <a:rPr lang="en-US" smtClean="0"/>
              <a:t>Thursday, November 14, 2024</a:t>
            </a:fld>
            <a:endParaRPr lang="en-US"/>
          </a:p>
        </p:txBody>
      </p:sp>
      <p:sp>
        <p:nvSpPr>
          <p:cNvPr id="6" name="Footer Placeholder 5">
            <a:extLst>
              <a:ext uri="{FF2B5EF4-FFF2-40B4-BE49-F238E27FC236}">
                <a16:creationId xmlns:a16="http://schemas.microsoft.com/office/drawing/2014/main" id="{63D69A2F-0657-B33B-8334-C458A9538368}"/>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EB4FC84-48ED-0480-2497-FCD84C1276C6}"/>
              </a:ext>
            </a:extLst>
          </p:cNvPr>
          <p:cNvSpPr>
            <a:spLocks noGrp="1"/>
          </p:cNvSpPr>
          <p:nvPr>
            <p:ph type="sldNum" sz="quarter" idx="12"/>
          </p:nvPr>
        </p:nvSpPr>
        <p:spPr/>
        <p:txBody>
          <a:bodyPr/>
          <a:lstStyle/>
          <a:p>
            <a:fld id="{7BE69E03-4804-4553-A1EC-F089884EF50F}" type="slidenum">
              <a:rPr lang="en-US" smtClean="0"/>
              <a:t>‹#›</a:t>
            </a:fld>
            <a:endParaRPr lang="en-US"/>
          </a:p>
        </p:txBody>
      </p:sp>
    </p:spTree>
    <p:extLst>
      <p:ext uri="{BB962C8B-B14F-4D97-AF65-F5344CB8AC3E}">
        <p14:creationId xmlns:p14="http://schemas.microsoft.com/office/powerpoint/2010/main" val="6211790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12261-8522-4437-B612-7C7100D18896}"/>
              </a:ext>
            </a:extLst>
          </p:cNvPr>
          <p:cNvSpPr>
            <a:spLocks noGrp="1"/>
          </p:cNvSpPr>
          <p:nvPr>
            <p:ph type="title"/>
          </p:nvPr>
        </p:nvSpPr>
        <p:spPr>
          <a:xfrm>
            <a:off x="420624" y="457200"/>
            <a:ext cx="10512425" cy="1600200"/>
          </a:xfrm>
        </p:spPr>
        <p:txBody>
          <a:bodyPr anchor="b">
            <a:normAutofit/>
          </a:bodyPr>
          <a:lstStyle>
            <a:lvl1pPr>
              <a:defRPr sz="5200">
                <a:latin typeface="Dante (Headings)2"/>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1BAA0AF-3F50-42BD-84B4-E70C3D004FB2}"/>
              </a:ext>
            </a:extLst>
          </p:cNvPr>
          <p:cNvSpPr>
            <a:spLocks noGrp="1"/>
          </p:cNvSpPr>
          <p:nvPr>
            <p:ph idx="1"/>
          </p:nvPr>
        </p:nvSpPr>
        <p:spPr>
          <a:xfrm>
            <a:off x="4782830" y="2199340"/>
            <a:ext cx="6172200" cy="3661710"/>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699C702B-2C4D-4590-8BEE-31940145C77A}"/>
              </a:ext>
            </a:extLst>
          </p:cNvPr>
          <p:cNvSpPr>
            <a:spLocks noGrp="1"/>
          </p:cNvSpPr>
          <p:nvPr>
            <p:ph type="body" sz="half" idx="2"/>
          </p:nvPr>
        </p:nvSpPr>
        <p:spPr>
          <a:xfrm>
            <a:off x="420624" y="2199340"/>
            <a:ext cx="3932237" cy="3669647"/>
          </a:xfrm>
        </p:spPr>
        <p:txBody>
          <a:bodyPr>
            <a:normAutofit/>
          </a:bodyPr>
          <a:lstStyle>
            <a:lvl1pPr marL="0" indent="0">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a:extLst>
              <a:ext uri="{FF2B5EF4-FFF2-40B4-BE49-F238E27FC236}">
                <a16:creationId xmlns:a16="http://schemas.microsoft.com/office/drawing/2014/main" id="{23F37370-7C05-0AAE-A0C3-9EE620A84EBB}"/>
              </a:ext>
            </a:extLst>
          </p:cNvPr>
          <p:cNvSpPr>
            <a:spLocks noGrp="1"/>
          </p:cNvSpPr>
          <p:nvPr>
            <p:ph type="dt" sz="half" idx="10"/>
          </p:nvPr>
        </p:nvSpPr>
        <p:spPr/>
        <p:txBody>
          <a:bodyPr/>
          <a:lstStyle/>
          <a:p>
            <a:fld id="{792630FD-0818-4065-B5FE-410552D9B1BC}" type="datetime2">
              <a:rPr lang="en-US" smtClean="0"/>
              <a:t>Thursday, November 14, 2024</a:t>
            </a:fld>
            <a:endParaRPr lang="en-US"/>
          </a:p>
        </p:txBody>
      </p:sp>
      <p:sp>
        <p:nvSpPr>
          <p:cNvPr id="9" name="Footer Placeholder 8">
            <a:extLst>
              <a:ext uri="{FF2B5EF4-FFF2-40B4-BE49-F238E27FC236}">
                <a16:creationId xmlns:a16="http://schemas.microsoft.com/office/drawing/2014/main" id="{0900B8E3-39E6-A88A-BBFB-717596EB347E}"/>
              </a:ext>
            </a:extLst>
          </p:cNvPr>
          <p:cNvSpPr>
            <a:spLocks noGrp="1"/>
          </p:cNvSpPr>
          <p:nvPr>
            <p:ph type="ftr" sz="quarter" idx="11"/>
          </p:nvPr>
        </p:nvSpPr>
        <p:spPr/>
        <p:txBody>
          <a:bodyPr/>
          <a:lstStyle/>
          <a:p>
            <a:r>
              <a:rPr lang="en-US"/>
              <a:t>Sample Footer Text</a:t>
            </a:r>
          </a:p>
        </p:txBody>
      </p:sp>
      <p:sp>
        <p:nvSpPr>
          <p:cNvPr id="10" name="Slide Number Placeholder 9">
            <a:extLst>
              <a:ext uri="{FF2B5EF4-FFF2-40B4-BE49-F238E27FC236}">
                <a16:creationId xmlns:a16="http://schemas.microsoft.com/office/drawing/2014/main" id="{348E340D-1840-D987-3EEA-963BDDE31400}"/>
              </a:ext>
            </a:extLst>
          </p:cNvPr>
          <p:cNvSpPr>
            <a:spLocks noGrp="1"/>
          </p:cNvSpPr>
          <p:nvPr>
            <p:ph type="sldNum" sz="quarter" idx="12"/>
          </p:nvPr>
        </p:nvSpPr>
        <p:spPr/>
        <p:txBody>
          <a:bodyPr/>
          <a:lstStyle/>
          <a:p>
            <a:fld id="{7BE69E03-4804-4553-A1EC-F089884EF50F}" type="slidenum">
              <a:rPr lang="en-US" smtClean="0"/>
              <a:t>‹#›</a:t>
            </a:fld>
            <a:endParaRPr lang="en-US"/>
          </a:p>
        </p:txBody>
      </p:sp>
    </p:spTree>
    <p:extLst>
      <p:ext uri="{BB962C8B-B14F-4D97-AF65-F5344CB8AC3E}">
        <p14:creationId xmlns:p14="http://schemas.microsoft.com/office/powerpoint/2010/main" val="41471552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5334B-3019-4CA1-B658-779001922412}"/>
              </a:ext>
            </a:extLst>
          </p:cNvPr>
          <p:cNvSpPr>
            <a:spLocks noGrp="1"/>
          </p:cNvSpPr>
          <p:nvPr>
            <p:ph type="title"/>
          </p:nvPr>
        </p:nvSpPr>
        <p:spPr>
          <a:xfrm>
            <a:off x="420624" y="457200"/>
            <a:ext cx="3932237" cy="1600200"/>
          </a:xfrm>
        </p:spPr>
        <p:txBody>
          <a:bodyPr anchor="b">
            <a:normAutofit/>
          </a:bodyPr>
          <a:lstStyle>
            <a:lvl1pPr>
              <a:defRPr sz="44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AFD3CC12-FD6B-41A3-BF67-D600CC4383A3}"/>
              </a:ext>
            </a:extLst>
          </p:cNvPr>
          <p:cNvSpPr>
            <a:spLocks noGrp="1"/>
          </p:cNvSpPr>
          <p:nvPr>
            <p:ph type="pic" idx="1"/>
          </p:nvPr>
        </p:nvSpPr>
        <p:spPr>
          <a:xfrm>
            <a:off x="4781276" y="987425"/>
            <a:ext cx="6172200" cy="4873625"/>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0DDB2BD5-DC18-460B-BFCC-5B2447D2B094}"/>
              </a:ext>
            </a:extLst>
          </p:cNvPr>
          <p:cNvSpPr>
            <a:spLocks noGrp="1"/>
          </p:cNvSpPr>
          <p:nvPr>
            <p:ph type="body" sz="half" idx="2"/>
          </p:nvPr>
        </p:nvSpPr>
        <p:spPr>
          <a:xfrm>
            <a:off x="420624" y="2199340"/>
            <a:ext cx="3932237" cy="3669647"/>
          </a:xfrm>
        </p:spPr>
        <p:txBody>
          <a:bodyPr>
            <a:normAutofit/>
          </a:bodyPr>
          <a:lstStyle>
            <a:lvl1pPr marL="0" indent="0">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a:extLst>
              <a:ext uri="{FF2B5EF4-FFF2-40B4-BE49-F238E27FC236}">
                <a16:creationId xmlns:a16="http://schemas.microsoft.com/office/drawing/2014/main" id="{90F28E44-58BB-553B-BBD0-F292C66CCA94}"/>
              </a:ext>
            </a:extLst>
          </p:cNvPr>
          <p:cNvSpPr>
            <a:spLocks noGrp="1"/>
          </p:cNvSpPr>
          <p:nvPr>
            <p:ph type="dt" sz="half" idx="10"/>
          </p:nvPr>
        </p:nvSpPr>
        <p:spPr/>
        <p:txBody>
          <a:bodyPr/>
          <a:lstStyle/>
          <a:p>
            <a:fld id="{93C2D289-0EBF-40C7-B6E8-60285281F180}" type="datetime2">
              <a:rPr lang="en-US" smtClean="0"/>
              <a:t>Thursday, November 14, 2024</a:t>
            </a:fld>
            <a:endParaRPr lang="en-US"/>
          </a:p>
        </p:txBody>
      </p:sp>
      <p:sp>
        <p:nvSpPr>
          <p:cNvPr id="10" name="Footer Placeholder 9">
            <a:extLst>
              <a:ext uri="{FF2B5EF4-FFF2-40B4-BE49-F238E27FC236}">
                <a16:creationId xmlns:a16="http://schemas.microsoft.com/office/drawing/2014/main" id="{8F22D156-E5FE-F118-0553-B401F19652DE}"/>
              </a:ext>
            </a:extLst>
          </p:cNvPr>
          <p:cNvSpPr>
            <a:spLocks noGrp="1"/>
          </p:cNvSpPr>
          <p:nvPr>
            <p:ph type="ftr" sz="quarter" idx="11"/>
          </p:nvPr>
        </p:nvSpPr>
        <p:spPr/>
        <p:txBody>
          <a:bodyPr/>
          <a:lstStyle/>
          <a:p>
            <a:r>
              <a:rPr lang="en-US"/>
              <a:t>Sample Footer Text</a:t>
            </a:r>
          </a:p>
        </p:txBody>
      </p:sp>
      <p:sp>
        <p:nvSpPr>
          <p:cNvPr id="11" name="Slide Number Placeholder 10">
            <a:extLst>
              <a:ext uri="{FF2B5EF4-FFF2-40B4-BE49-F238E27FC236}">
                <a16:creationId xmlns:a16="http://schemas.microsoft.com/office/drawing/2014/main" id="{88AEE0A6-6120-9BA2-5751-E0E2D8CF0F58}"/>
              </a:ext>
            </a:extLst>
          </p:cNvPr>
          <p:cNvSpPr>
            <a:spLocks noGrp="1"/>
          </p:cNvSpPr>
          <p:nvPr>
            <p:ph type="sldNum" sz="quarter" idx="12"/>
          </p:nvPr>
        </p:nvSpPr>
        <p:spPr/>
        <p:txBody>
          <a:bodyPr/>
          <a:lstStyle/>
          <a:p>
            <a:fld id="{7BE69E03-4804-4553-A1EC-F089884EF50F}" type="slidenum">
              <a:rPr lang="en-US" smtClean="0"/>
              <a:t>‹#›</a:t>
            </a:fld>
            <a:endParaRPr lang="en-US"/>
          </a:p>
        </p:txBody>
      </p:sp>
    </p:spTree>
    <p:extLst>
      <p:ext uri="{BB962C8B-B14F-4D97-AF65-F5344CB8AC3E}">
        <p14:creationId xmlns:p14="http://schemas.microsoft.com/office/powerpoint/2010/main" val="9909919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D930A-6467-4C46-BA13-A0F5EC12FF67}"/>
              </a:ext>
            </a:extLst>
          </p:cNvPr>
          <p:cNvSpPr>
            <a:spLocks noGrp="1"/>
          </p:cNvSpPr>
          <p:nvPr>
            <p:ph type="title"/>
          </p:nvPr>
        </p:nvSpPr>
        <p:spPr/>
        <p:txBody>
          <a:bodyPr>
            <a:normAutofit/>
          </a:bodyPr>
          <a:lstStyle>
            <a:lvl1pPr>
              <a:defRPr sz="5200"/>
            </a:lvl1p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841977A-7872-4BE8-8C5C-D2099BEDBB7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B2268C47-2910-B99C-EC67-F6649ADC29A4}"/>
              </a:ext>
            </a:extLst>
          </p:cNvPr>
          <p:cNvSpPr>
            <a:spLocks noGrp="1"/>
          </p:cNvSpPr>
          <p:nvPr>
            <p:ph type="dt" sz="half" idx="10"/>
          </p:nvPr>
        </p:nvSpPr>
        <p:spPr/>
        <p:txBody>
          <a:bodyPr/>
          <a:lstStyle/>
          <a:p>
            <a:fld id="{0512A49D-4A7C-4944-9802-8EE0B5A6CEDD}" type="datetime2">
              <a:rPr lang="en-US" smtClean="0"/>
              <a:t>Thursday, November 14, 2024</a:t>
            </a:fld>
            <a:endParaRPr lang="en-US"/>
          </a:p>
        </p:txBody>
      </p:sp>
      <p:sp>
        <p:nvSpPr>
          <p:cNvPr id="8" name="Footer Placeholder 7">
            <a:extLst>
              <a:ext uri="{FF2B5EF4-FFF2-40B4-BE49-F238E27FC236}">
                <a16:creationId xmlns:a16="http://schemas.microsoft.com/office/drawing/2014/main" id="{D8019515-4A04-FBE0-E89C-86ECBB7E98A8}"/>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C3D9C272-2490-C827-9BE5-9CEE41850423}"/>
              </a:ext>
            </a:extLst>
          </p:cNvPr>
          <p:cNvSpPr>
            <a:spLocks noGrp="1"/>
          </p:cNvSpPr>
          <p:nvPr>
            <p:ph type="sldNum" sz="quarter" idx="12"/>
          </p:nvPr>
        </p:nvSpPr>
        <p:spPr/>
        <p:txBody>
          <a:bodyPr/>
          <a:lstStyle/>
          <a:p>
            <a:fld id="{7BE69E03-4804-4553-A1EC-F089884EF50F}" type="slidenum">
              <a:rPr lang="en-US" smtClean="0"/>
              <a:t>‹#›</a:t>
            </a:fld>
            <a:endParaRPr lang="en-US"/>
          </a:p>
        </p:txBody>
      </p:sp>
    </p:spTree>
    <p:extLst>
      <p:ext uri="{BB962C8B-B14F-4D97-AF65-F5344CB8AC3E}">
        <p14:creationId xmlns:p14="http://schemas.microsoft.com/office/powerpoint/2010/main" val="14238227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76A9FC-D582-4FC8-B641-9F77B4DD15B7}"/>
              </a:ext>
            </a:extLst>
          </p:cNvPr>
          <p:cNvSpPr>
            <a:spLocks noGrp="1"/>
          </p:cNvSpPr>
          <p:nvPr>
            <p:ph type="title" orient="vert"/>
          </p:nvPr>
        </p:nvSpPr>
        <p:spPr>
          <a:xfrm>
            <a:off x="8326130" y="365125"/>
            <a:ext cx="2628900"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A23A1683-12F6-4BA6-AD1A-F98C60951452}"/>
              </a:ext>
            </a:extLst>
          </p:cNvPr>
          <p:cNvSpPr>
            <a:spLocks noGrp="1"/>
          </p:cNvSpPr>
          <p:nvPr>
            <p:ph type="body" orient="vert" idx="1"/>
          </p:nvPr>
        </p:nvSpPr>
        <p:spPr>
          <a:xfrm>
            <a:off x="43943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DBFF68BE-C313-C839-B719-0339AC3444DF}"/>
              </a:ext>
            </a:extLst>
          </p:cNvPr>
          <p:cNvSpPr>
            <a:spLocks noGrp="1"/>
          </p:cNvSpPr>
          <p:nvPr>
            <p:ph type="dt" sz="half" idx="10"/>
          </p:nvPr>
        </p:nvSpPr>
        <p:spPr/>
        <p:txBody>
          <a:bodyPr/>
          <a:lstStyle/>
          <a:p>
            <a:fld id="{5D689DDD-3B11-4150-8B39-3662C10D8BF9}" type="datetime2">
              <a:rPr lang="en-US" smtClean="0"/>
              <a:t>Thursday, November 14, 2024</a:t>
            </a:fld>
            <a:endParaRPr lang="en-US"/>
          </a:p>
        </p:txBody>
      </p:sp>
      <p:sp>
        <p:nvSpPr>
          <p:cNvPr id="8" name="Footer Placeholder 7">
            <a:extLst>
              <a:ext uri="{FF2B5EF4-FFF2-40B4-BE49-F238E27FC236}">
                <a16:creationId xmlns:a16="http://schemas.microsoft.com/office/drawing/2014/main" id="{A14F4E5F-FFF4-F934-3DD9-134F8D24262D}"/>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6CFE0F82-88EB-FAE2-FC02-99D5EE30110A}"/>
              </a:ext>
            </a:extLst>
          </p:cNvPr>
          <p:cNvSpPr>
            <a:spLocks noGrp="1"/>
          </p:cNvSpPr>
          <p:nvPr>
            <p:ph type="sldNum" sz="quarter" idx="12"/>
          </p:nvPr>
        </p:nvSpPr>
        <p:spPr/>
        <p:txBody>
          <a:bodyPr/>
          <a:lstStyle/>
          <a:p>
            <a:fld id="{7BE69E03-4804-4553-A1EC-F089884EF50F}" type="slidenum">
              <a:rPr lang="en-US" smtClean="0"/>
              <a:t>‹#›</a:t>
            </a:fld>
            <a:endParaRPr lang="en-US"/>
          </a:p>
        </p:txBody>
      </p:sp>
    </p:spTree>
    <p:extLst>
      <p:ext uri="{BB962C8B-B14F-4D97-AF65-F5344CB8AC3E}">
        <p14:creationId xmlns:p14="http://schemas.microsoft.com/office/powerpoint/2010/main" val="19051037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4B53B4F-080C-8523-03AD-871CC3B8D168}"/>
              </a:ext>
            </a:extLst>
          </p:cNvPr>
          <p:cNvSpPr/>
          <p:nvPr/>
        </p:nvSpPr>
        <p:spPr>
          <a:xfrm>
            <a:off x="1524" y="0"/>
            <a:ext cx="12188952" cy="6858000"/>
          </a:xfrm>
          <a:prstGeom prst="rect">
            <a:avLst/>
          </a:prstGeom>
          <a:solidFill>
            <a:schemeClr val="bg2">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 name="Rectangle 9">
            <a:extLst>
              <a:ext uri="{FF2B5EF4-FFF2-40B4-BE49-F238E27FC236}">
                <a16:creationId xmlns:a16="http://schemas.microsoft.com/office/drawing/2014/main" id="{D53B790B-70BD-FD52-2540-F1DA4882170E}"/>
              </a:ext>
            </a:extLst>
          </p:cNvPr>
          <p:cNvSpPr/>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descr="Tag=AccentColor&#10;Flavor=Light&#10;Target=Line">
            <a:extLst>
              <a:ext uri="{FF2B5EF4-FFF2-40B4-BE49-F238E27FC236}">
                <a16:creationId xmlns:a16="http://schemas.microsoft.com/office/drawing/2014/main" id="{7D4FC5F0-CBD6-AEEB-4902-28D624068890}"/>
              </a:ext>
            </a:extLst>
          </p:cNvPr>
          <p:cNvCxnSpPr>
            <a:cxnSpLocks/>
          </p:cNvCxnSpPr>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2" name="Straight Connector 11" descr="Tag=AccentColor&#10;Flavor=Light&#10;Target=Line">
            <a:extLst>
              <a:ext uri="{FF2B5EF4-FFF2-40B4-BE49-F238E27FC236}">
                <a16:creationId xmlns:a16="http://schemas.microsoft.com/office/drawing/2014/main" id="{FA9EB4DB-DDA5-1A45-7D87-B2BF67D2D1C3}"/>
              </a:ext>
            </a:extLst>
          </p:cNvPr>
          <p:cNvCxnSpPr>
            <a:cxnSpLocks/>
          </p:cNvCxnSpPr>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392AF870-601F-4570-A8A9-1003F8939C55}"/>
              </a:ext>
            </a:extLst>
          </p:cNvPr>
          <p:cNvSpPr>
            <a:spLocks noGrp="1"/>
          </p:cNvSpPr>
          <p:nvPr>
            <p:ph type="title"/>
          </p:nvPr>
        </p:nvSpPr>
        <p:spPr>
          <a:xfrm>
            <a:off x="420624"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BCCCECD-B6E7-4C40-8A84-65FD5A3F0AE2}"/>
              </a:ext>
            </a:extLst>
          </p:cNvPr>
          <p:cNvSpPr>
            <a:spLocks noGrp="1"/>
          </p:cNvSpPr>
          <p:nvPr>
            <p:ph type="body" idx="1"/>
          </p:nvPr>
        </p:nvSpPr>
        <p:spPr>
          <a:xfrm>
            <a:off x="420624"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43EFA4D-0E39-4E26-B43C-5D1084B3BAE2}"/>
              </a:ext>
            </a:extLst>
          </p:cNvPr>
          <p:cNvSpPr>
            <a:spLocks noGrp="1"/>
          </p:cNvSpPr>
          <p:nvPr>
            <p:ph type="dt" sz="half" idx="2"/>
          </p:nvPr>
        </p:nvSpPr>
        <p:spPr>
          <a:xfrm>
            <a:off x="420624" y="6217920"/>
            <a:ext cx="2743200" cy="640080"/>
          </a:xfrm>
          <a:prstGeom prst="rect">
            <a:avLst/>
          </a:prstGeom>
        </p:spPr>
        <p:txBody>
          <a:bodyPr vert="horz" lIns="91440" tIns="45720" rIns="91440" bIns="45720" rtlCol="0" anchor="ctr"/>
          <a:lstStyle>
            <a:lvl1pPr algn="l">
              <a:defRPr sz="1000">
                <a:solidFill>
                  <a:schemeClr val="tx2"/>
                </a:solidFill>
              </a:defRPr>
            </a:lvl1pPr>
          </a:lstStyle>
          <a:p>
            <a:fld id="{94CDC665-7415-4DAF-AE09-B9BBC1907393}" type="datetime2">
              <a:rPr lang="en-US" smtClean="0"/>
              <a:t>Thursday, November 14, 2024</a:t>
            </a:fld>
            <a:endParaRPr lang="en-US" dirty="0"/>
          </a:p>
        </p:txBody>
      </p:sp>
      <p:sp>
        <p:nvSpPr>
          <p:cNvPr id="5" name="Footer Placeholder 4">
            <a:extLst>
              <a:ext uri="{FF2B5EF4-FFF2-40B4-BE49-F238E27FC236}">
                <a16:creationId xmlns:a16="http://schemas.microsoft.com/office/drawing/2014/main" id="{AE8851EA-2F2C-4012-8B96-51179BDD11B7}"/>
              </a:ext>
            </a:extLst>
          </p:cNvPr>
          <p:cNvSpPr>
            <a:spLocks noGrp="1"/>
          </p:cNvSpPr>
          <p:nvPr>
            <p:ph type="ftr" sz="quarter" idx="3"/>
          </p:nvPr>
        </p:nvSpPr>
        <p:spPr>
          <a:xfrm>
            <a:off x="3767328" y="6217920"/>
            <a:ext cx="7196328" cy="640080"/>
          </a:xfrm>
          <a:prstGeom prst="rect">
            <a:avLst/>
          </a:prstGeom>
        </p:spPr>
        <p:txBody>
          <a:bodyPr vert="horz" lIns="91440" tIns="45720" rIns="91440" bIns="45720" rtlCol="0" anchor="ctr"/>
          <a:lstStyle>
            <a:lvl1pPr algn="r">
              <a:defRPr sz="1000">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17BB8ACB-7A60-4D76-A149-0C57A30E0161}"/>
              </a:ext>
            </a:extLst>
          </p:cNvPr>
          <p:cNvSpPr>
            <a:spLocks noGrp="1"/>
          </p:cNvSpPr>
          <p:nvPr>
            <p:ph type="sldNum" sz="quarter" idx="4"/>
          </p:nvPr>
        </p:nvSpPr>
        <p:spPr>
          <a:xfrm>
            <a:off x="11503152" y="-18288"/>
            <a:ext cx="685800" cy="685800"/>
          </a:xfrm>
          <a:prstGeom prst="rect">
            <a:avLst/>
          </a:prstGeom>
        </p:spPr>
        <p:txBody>
          <a:bodyPr vert="horz" lIns="91440" tIns="45720" rIns="91440" bIns="45720" rtlCol="0" anchor="ctr"/>
          <a:lstStyle>
            <a:lvl1pPr algn="ctr">
              <a:defRPr sz="1000">
                <a:solidFill>
                  <a:schemeClr val="tx2"/>
                </a:solidFill>
              </a:defRPr>
            </a:lvl1pPr>
          </a:lstStyle>
          <a:p>
            <a:fld id="{7BE69E03-4804-4553-A1EC-F089884EF50F}" type="slidenum">
              <a:rPr lang="en-US" smtClean="0"/>
              <a:t>‹#›</a:t>
            </a:fld>
            <a:endParaRPr lang="en-US"/>
          </a:p>
        </p:txBody>
      </p:sp>
    </p:spTree>
    <p:extLst>
      <p:ext uri="{BB962C8B-B14F-4D97-AF65-F5344CB8AC3E}">
        <p14:creationId xmlns:p14="http://schemas.microsoft.com/office/powerpoint/2010/main" val="875119539"/>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hf hdr="0"/>
  <p:txStyles>
    <p:titleStyle>
      <a:lvl1pPr algn="l" defTabSz="914400" rtl="0" eaLnBrk="1" latinLnBrk="0" hangingPunct="1">
        <a:lnSpc>
          <a:spcPct val="90000"/>
        </a:lnSpc>
        <a:spcBef>
          <a:spcPct val="0"/>
        </a:spcBef>
        <a:buNone/>
        <a:defRPr sz="4000" kern="120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Wingdings 2" panose="05020102010507070707" pitchFamily="18" charset="2"/>
        <a:buChar char=""/>
        <a:defRPr sz="2000" kern="1200">
          <a:solidFill>
            <a:schemeClr val="tx2"/>
          </a:solidFill>
          <a:latin typeface="+mn-lt"/>
          <a:ea typeface="+mn-ea"/>
          <a:cs typeface="+mn-cs"/>
        </a:defRPr>
      </a:lvl1pPr>
      <a:lvl2pPr marL="685800" indent="-228600" algn="l" defTabSz="914400" rtl="0" eaLnBrk="1" latinLnBrk="0" hangingPunct="1">
        <a:lnSpc>
          <a:spcPct val="100000"/>
        </a:lnSpc>
        <a:spcBef>
          <a:spcPts val="500"/>
        </a:spcBef>
        <a:buClr>
          <a:schemeClr val="accent2"/>
        </a:buClr>
        <a:buFont typeface="Wingdings 2" panose="05020102010507070707" pitchFamily="18" charset="2"/>
        <a:buChar char=""/>
        <a:defRPr sz="1800" kern="1200">
          <a:solidFill>
            <a:schemeClr val="tx2"/>
          </a:solidFill>
          <a:latin typeface="+mn-lt"/>
          <a:ea typeface="+mn-ea"/>
          <a:cs typeface="+mn-cs"/>
        </a:defRPr>
      </a:lvl2pPr>
      <a:lvl3pPr marL="1143000" indent="-228600" algn="l" defTabSz="914400" rtl="0" eaLnBrk="1" latinLnBrk="0" hangingPunct="1">
        <a:lnSpc>
          <a:spcPct val="100000"/>
        </a:lnSpc>
        <a:spcBef>
          <a:spcPts val="500"/>
        </a:spcBef>
        <a:buClr>
          <a:schemeClr val="accent2"/>
        </a:buClr>
        <a:buFont typeface="Wingdings 2" panose="05020102010507070707" pitchFamily="18" charset="2"/>
        <a:buChar char=""/>
        <a:defRPr sz="1600" kern="1200">
          <a:solidFill>
            <a:schemeClr val="tx2"/>
          </a:solidFill>
          <a:latin typeface="+mn-lt"/>
          <a:ea typeface="+mn-ea"/>
          <a:cs typeface="+mn-cs"/>
        </a:defRPr>
      </a:lvl3pPr>
      <a:lvl4pPr marL="1600200" indent="-228600" algn="l" defTabSz="914400" rtl="0" eaLnBrk="1" latinLnBrk="0" hangingPunct="1">
        <a:lnSpc>
          <a:spcPct val="100000"/>
        </a:lnSpc>
        <a:spcBef>
          <a:spcPts val="500"/>
        </a:spcBef>
        <a:buClr>
          <a:schemeClr val="accent2"/>
        </a:buClr>
        <a:buFont typeface="Wingdings 2" panose="05020102010507070707" pitchFamily="18" charset="2"/>
        <a:buChar char=""/>
        <a:defRPr sz="1400" kern="1200">
          <a:solidFill>
            <a:schemeClr val="tx2"/>
          </a:solidFill>
          <a:latin typeface="+mn-lt"/>
          <a:ea typeface="+mn-ea"/>
          <a:cs typeface="+mn-cs"/>
        </a:defRPr>
      </a:lvl4pPr>
      <a:lvl5pPr marL="2057400" indent="-228600" algn="l" defTabSz="914400" rtl="0" eaLnBrk="1" latinLnBrk="0" hangingPunct="1">
        <a:lnSpc>
          <a:spcPct val="100000"/>
        </a:lnSpc>
        <a:spcBef>
          <a:spcPts val="500"/>
        </a:spcBef>
        <a:buClr>
          <a:schemeClr val="accent2"/>
        </a:buClr>
        <a:buFont typeface="Wingdings 2" panose="05020102010507070707" pitchFamily="18" charset="2"/>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0.xml.rels><?xml version="1.0" encoding="UTF-8" standalone="yes"?>
<Relationships xmlns="http://schemas.openxmlformats.org/package/2006/relationships"><Relationship Id="rId3" Type="http://schemas.openxmlformats.org/officeDocument/2006/relationships/hyperlink" Target="https://en.wikipedia.org/wiki/File:Australia_map_(English).svg" TargetMode="External"/><Relationship Id="rId2" Type="http://schemas.openxmlformats.org/officeDocument/2006/relationships/image" Target="../media/image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B3B2C43-5E36-4768-8319-6752D24B47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Rectangle 10">
            <a:extLst>
              <a:ext uri="{FF2B5EF4-FFF2-40B4-BE49-F238E27FC236}">
                <a16:creationId xmlns:a16="http://schemas.microsoft.com/office/drawing/2014/main" id="{B044326E-7BB3-4929-BE33-05CA64DBB2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Rectangle 12">
            <a:extLst>
              <a:ext uri="{FF2B5EF4-FFF2-40B4-BE49-F238E27FC236}">
                <a16:creationId xmlns:a16="http://schemas.microsoft.com/office/drawing/2014/main" id="{731CF4E0-AA2D-43CA-A528-C52FB15824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6BA6E2D-6D33-1A9F-34B2-329D457C2355}"/>
              </a:ext>
            </a:extLst>
          </p:cNvPr>
          <p:cNvSpPr>
            <a:spLocks noGrp="1"/>
          </p:cNvSpPr>
          <p:nvPr>
            <p:ph type="ctrTitle"/>
          </p:nvPr>
        </p:nvSpPr>
        <p:spPr>
          <a:xfrm>
            <a:off x="5989319" y="576263"/>
            <a:ext cx="5054196" cy="2967606"/>
          </a:xfrm>
        </p:spPr>
        <p:txBody>
          <a:bodyPr anchor="b">
            <a:normAutofit/>
          </a:bodyPr>
          <a:lstStyle/>
          <a:p>
            <a:pPr algn="l"/>
            <a:r>
              <a:rPr lang="en-AU" sz="4800" dirty="0"/>
              <a:t>Office Performance Evaluation </a:t>
            </a:r>
          </a:p>
        </p:txBody>
      </p:sp>
      <p:sp>
        <p:nvSpPr>
          <p:cNvPr id="3" name="Subtitle 2">
            <a:extLst>
              <a:ext uri="{FF2B5EF4-FFF2-40B4-BE49-F238E27FC236}">
                <a16:creationId xmlns:a16="http://schemas.microsoft.com/office/drawing/2014/main" id="{CBCD5E0C-8ECF-6434-CB90-30153BC43718}"/>
              </a:ext>
            </a:extLst>
          </p:cNvPr>
          <p:cNvSpPr>
            <a:spLocks noGrp="1"/>
          </p:cNvSpPr>
          <p:nvPr>
            <p:ph type="subTitle" idx="1"/>
          </p:nvPr>
        </p:nvSpPr>
        <p:spPr>
          <a:xfrm>
            <a:off x="6310365" y="4551903"/>
            <a:ext cx="4733149" cy="1405755"/>
          </a:xfrm>
        </p:spPr>
        <p:txBody>
          <a:bodyPr>
            <a:normAutofit lnSpcReduction="10000"/>
          </a:bodyPr>
          <a:lstStyle/>
          <a:p>
            <a:pPr algn="l"/>
            <a:r>
              <a:rPr lang="en-AU" sz="2200" dirty="0"/>
              <a:t>TEAM N</a:t>
            </a:r>
          </a:p>
          <a:p>
            <a:pPr algn="l"/>
            <a:r>
              <a:rPr lang="en-AU" sz="2200" dirty="0"/>
              <a:t>Shama Praveen</a:t>
            </a:r>
          </a:p>
          <a:p>
            <a:pPr algn="l"/>
            <a:r>
              <a:rPr lang="en-AU" sz="2200" dirty="0"/>
              <a:t>C3470623</a:t>
            </a:r>
          </a:p>
        </p:txBody>
      </p:sp>
      <p:pic>
        <p:nvPicPr>
          <p:cNvPr id="4" name="Picture 3" descr="Abstract smoke background">
            <a:extLst>
              <a:ext uri="{FF2B5EF4-FFF2-40B4-BE49-F238E27FC236}">
                <a16:creationId xmlns:a16="http://schemas.microsoft.com/office/drawing/2014/main" id="{C8954CFD-D3BE-FD58-E88A-203A6B32E98E}"/>
              </a:ext>
            </a:extLst>
          </p:cNvPr>
          <p:cNvPicPr>
            <a:picLocks noChangeAspect="1"/>
          </p:cNvPicPr>
          <p:nvPr/>
        </p:nvPicPr>
        <p:blipFill>
          <a:blip r:embed="rId2"/>
          <a:srcRect l="19979" r="26821"/>
          <a:stretch/>
        </p:blipFill>
        <p:spPr>
          <a:xfrm>
            <a:off x="-6472" y="10"/>
            <a:ext cx="5486394" cy="6857982"/>
          </a:xfrm>
          <a:prstGeom prst="rect">
            <a:avLst/>
          </a:prstGeom>
        </p:spPr>
      </p:pic>
      <p:sp>
        <p:nvSpPr>
          <p:cNvPr id="15" name="Rectangle 14">
            <a:extLst>
              <a:ext uri="{FF2B5EF4-FFF2-40B4-BE49-F238E27FC236}">
                <a16:creationId xmlns:a16="http://schemas.microsoft.com/office/drawing/2014/main" id="{3B083774-A903-4B1B-BC6A-94C1F048E8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479921" y="0"/>
            <a:ext cx="287517" cy="6857992"/>
          </a:xfrm>
          <a:prstGeom prst="rect">
            <a:avLst/>
          </a:prstGeom>
          <a:solidFill>
            <a:srgbClr val="F47EB8">
              <a:alpha val="25000"/>
            </a:srgb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endParaRPr>
          </a:p>
        </p:txBody>
      </p:sp>
      <p:cxnSp>
        <p:nvCxnSpPr>
          <p:cNvPr id="17" name="Straight Connector 16">
            <a:extLst>
              <a:ext uri="{FF2B5EF4-FFF2-40B4-BE49-F238E27FC236}">
                <a16:creationId xmlns:a16="http://schemas.microsoft.com/office/drawing/2014/main" id="{5D5FB189-1F48-4A47-B036-6AF7E11A8E7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504676" y="-14198"/>
            <a:ext cx="0" cy="6858000"/>
          </a:xfrm>
          <a:prstGeom prst="line">
            <a:avLst/>
          </a:prstGeom>
          <a:ln w="9525" cap="rnd">
            <a:solidFill>
              <a:srgbClr val="F47EB8"/>
            </a:solidFill>
            <a:prstDash val="dash"/>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5B335DD-3163-4EC5-8B6B-2AB53E64D1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rgbClr val="F47EB8"/>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99934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A99D947B-1B59-4322-8CF2-73E8134199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Background Gray Rectangle">
            <a:extLst>
              <a:ext uri="{FF2B5EF4-FFF2-40B4-BE49-F238E27FC236}">
                <a16:creationId xmlns:a16="http://schemas.microsoft.com/office/drawing/2014/main" id="{D803427E-36C0-4811-BE64-ACF653F6AA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9" name="White Rectangle">
            <a:extLst>
              <a:ext uri="{FF2B5EF4-FFF2-40B4-BE49-F238E27FC236}">
                <a16:creationId xmlns:a16="http://schemas.microsoft.com/office/drawing/2014/main" id="{D9231370-89C4-4981-8C91-A3F3D1146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541FDEE-3C78-46F5-51B1-911B9D465892}"/>
              </a:ext>
            </a:extLst>
          </p:cNvPr>
          <p:cNvSpPr>
            <a:spLocks noGrp="1"/>
          </p:cNvSpPr>
          <p:nvPr>
            <p:ph type="title"/>
          </p:nvPr>
        </p:nvSpPr>
        <p:spPr>
          <a:xfrm>
            <a:off x="1444752" y="955107"/>
            <a:ext cx="4471588" cy="4976179"/>
          </a:xfrm>
        </p:spPr>
        <p:txBody>
          <a:bodyPr>
            <a:normAutofit/>
          </a:bodyPr>
          <a:lstStyle/>
          <a:p>
            <a:r>
              <a:rPr lang="en-AU" dirty="0"/>
              <a:t>Executive Summary</a:t>
            </a:r>
          </a:p>
        </p:txBody>
      </p:sp>
      <p:sp>
        <p:nvSpPr>
          <p:cNvPr id="6" name="Slide Number Placeholder 5">
            <a:extLst>
              <a:ext uri="{FF2B5EF4-FFF2-40B4-BE49-F238E27FC236}">
                <a16:creationId xmlns:a16="http://schemas.microsoft.com/office/drawing/2014/main" id="{2AE56608-DDDA-0E59-63A7-D6A4A71297C9}"/>
              </a:ext>
            </a:extLst>
          </p:cNvPr>
          <p:cNvSpPr>
            <a:spLocks noGrp="1"/>
          </p:cNvSpPr>
          <p:nvPr>
            <p:ph type="sldNum" sz="quarter" idx="12"/>
          </p:nvPr>
        </p:nvSpPr>
        <p:spPr>
          <a:xfrm>
            <a:off x="11504676" y="-14198"/>
            <a:ext cx="685800" cy="685800"/>
          </a:xfrm>
        </p:spPr>
        <p:txBody>
          <a:bodyPr>
            <a:normAutofit/>
          </a:bodyPr>
          <a:lstStyle/>
          <a:p>
            <a:pPr>
              <a:spcAft>
                <a:spcPts val="600"/>
              </a:spcAft>
            </a:pPr>
            <a:fld id="{7BE69E03-4804-4553-A1EC-F089884EF50F}" type="slidenum">
              <a:rPr lang="en-US" smtClean="0"/>
              <a:pPr>
                <a:spcAft>
                  <a:spcPts val="600"/>
                </a:spcAft>
              </a:pPr>
              <a:t>2</a:t>
            </a:fld>
            <a:endParaRPr lang="en-US"/>
          </a:p>
        </p:txBody>
      </p:sp>
      <p:cxnSp>
        <p:nvCxnSpPr>
          <p:cNvPr id="31" name="Vertical Connector">
            <a:extLst>
              <a:ext uri="{FF2B5EF4-FFF2-40B4-BE49-F238E27FC236}">
                <a16:creationId xmlns:a16="http://schemas.microsoft.com/office/drawing/2014/main" id="{474D4826-9FF4-4E17-AB42-146B76BD322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33" name="Horizontal Connector 2">
            <a:extLst>
              <a:ext uri="{FF2B5EF4-FFF2-40B4-BE49-F238E27FC236}">
                <a16:creationId xmlns:a16="http://schemas.microsoft.com/office/drawing/2014/main" id="{C5873965-CEB2-46E1-951E-037689B0789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8" name="Content Placeholder 2">
            <a:extLst>
              <a:ext uri="{FF2B5EF4-FFF2-40B4-BE49-F238E27FC236}">
                <a16:creationId xmlns:a16="http://schemas.microsoft.com/office/drawing/2014/main" id="{935D2854-54BB-00BC-FD9F-3C81D8268681}"/>
              </a:ext>
            </a:extLst>
          </p:cNvPr>
          <p:cNvGraphicFramePr>
            <a:graphicFrameLocks noGrp="1"/>
          </p:cNvGraphicFramePr>
          <p:nvPr>
            <p:ph idx="1"/>
            <p:extLst>
              <p:ext uri="{D42A27DB-BD31-4B8C-83A1-F6EECF244321}">
                <p14:modId xmlns:p14="http://schemas.microsoft.com/office/powerpoint/2010/main" val="1707871013"/>
              </p:ext>
            </p:extLst>
          </p:nvPr>
        </p:nvGraphicFramePr>
        <p:xfrm>
          <a:off x="5247020" y="699997"/>
          <a:ext cx="6240669" cy="5486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762330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CB4FC-14D4-641C-503B-9E59A1302689}"/>
              </a:ext>
            </a:extLst>
          </p:cNvPr>
          <p:cNvSpPr>
            <a:spLocks noGrp="1"/>
          </p:cNvSpPr>
          <p:nvPr>
            <p:ph type="title"/>
          </p:nvPr>
        </p:nvSpPr>
        <p:spPr>
          <a:xfrm>
            <a:off x="1330452" y="414287"/>
            <a:ext cx="10515600" cy="1325563"/>
          </a:xfrm>
        </p:spPr>
        <p:txBody>
          <a:bodyPr>
            <a:normAutofit/>
          </a:bodyPr>
          <a:lstStyle/>
          <a:p>
            <a:r>
              <a:rPr lang="en-US" sz="4000" dirty="0"/>
              <a:t>Ranking of Offices by Key Performance Metrics</a:t>
            </a:r>
            <a:endParaRPr lang="en-AU" sz="4000" dirty="0"/>
          </a:p>
        </p:txBody>
      </p:sp>
      <p:pic>
        <p:nvPicPr>
          <p:cNvPr id="8" name="Content Placeholder 7" descr="A graph of a number of blue bars&#10;&#10;Description automatically generated with medium confidence">
            <a:extLst>
              <a:ext uri="{FF2B5EF4-FFF2-40B4-BE49-F238E27FC236}">
                <a16:creationId xmlns:a16="http://schemas.microsoft.com/office/drawing/2014/main" id="{D6CFC5A0-58D1-25D1-1038-A75833DD6FA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784739" y="2103264"/>
            <a:ext cx="3297298" cy="3240838"/>
          </a:xfrm>
        </p:spPr>
      </p:pic>
      <p:sp>
        <p:nvSpPr>
          <p:cNvPr id="6" name="Slide Number Placeholder 5">
            <a:extLst>
              <a:ext uri="{FF2B5EF4-FFF2-40B4-BE49-F238E27FC236}">
                <a16:creationId xmlns:a16="http://schemas.microsoft.com/office/drawing/2014/main" id="{ECD5764A-0250-CF2D-CD7C-CDB34CCED885}"/>
              </a:ext>
            </a:extLst>
          </p:cNvPr>
          <p:cNvSpPr>
            <a:spLocks noGrp="1"/>
          </p:cNvSpPr>
          <p:nvPr>
            <p:ph type="sldNum" sz="quarter" idx="12"/>
          </p:nvPr>
        </p:nvSpPr>
        <p:spPr/>
        <p:txBody>
          <a:bodyPr/>
          <a:lstStyle/>
          <a:p>
            <a:fld id="{7BE69E03-4804-4553-A1EC-F089884EF50F}" type="slidenum">
              <a:rPr lang="en-US" smtClean="0"/>
              <a:t>3</a:t>
            </a:fld>
            <a:endParaRPr lang="en-US"/>
          </a:p>
        </p:txBody>
      </p:sp>
      <p:sp>
        <p:nvSpPr>
          <p:cNvPr id="9" name="TextBox 8">
            <a:extLst>
              <a:ext uri="{FF2B5EF4-FFF2-40B4-BE49-F238E27FC236}">
                <a16:creationId xmlns:a16="http://schemas.microsoft.com/office/drawing/2014/main" id="{6498D6D5-50E8-4F71-5E65-7178DCC9D136}"/>
              </a:ext>
            </a:extLst>
          </p:cNvPr>
          <p:cNvSpPr txBox="1"/>
          <p:nvPr/>
        </p:nvSpPr>
        <p:spPr>
          <a:xfrm>
            <a:off x="1445342" y="1934737"/>
            <a:ext cx="5427406" cy="3754874"/>
          </a:xfrm>
          <a:prstGeom prst="rect">
            <a:avLst/>
          </a:prstGeom>
          <a:noFill/>
        </p:spPr>
        <p:txBody>
          <a:bodyPr wrap="square" rtlCol="0">
            <a:spAutoFit/>
          </a:bodyPr>
          <a:lstStyle/>
          <a:p>
            <a:r>
              <a:rPr lang="en-US" sz="1400" b="1" dirty="0">
                <a:cs typeface="Times New Roman" panose="02020603050405020304" pitchFamily="18" charset="0"/>
              </a:rPr>
              <a:t>Highest Compliance Rates</a:t>
            </a:r>
          </a:p>
          <a:p>
            <a:r>
              <a:rPr lang="en-US" sz="1400" dirty="0">
                <a:cs typeface="Times New Roman" panose="02020603050405020304" pitchFamily="18" charset="0"/>
              </a:rPr>
              <a:t>Hobart: This was the highest in the category of compliance with total score of 2,020.75% for respondent’s compliance to company policies.</a:t>
            </a:r>
          </a:p>
          <a:p>
            <a:r>
              <a:rPr lang="en-US" sz="1400" dirty="0">
                <a:cs typeface="Times New Roman" panose="02020603050405020304" pitchFamily="18" charset="0"/>
              </a:rPr>
              <a:t>Canberra &amp; Gold Coast: High overall compliance at 1,636.36% and 1,630.19% with respect to law compliance.</a:t>
            </a:r>
          </a:p>
          <a:p>
            <a:endParaRPr lang="en-US" sz="1400" b="1" dirty="0">
              <a:cs typeface="Times New Roman" panose="02020603050405020304" pitchFamily="18" charset="0"/>
            </a:endParaRPr>
          </a:p>
          <a:p>
            <a:r>
              <a:rPr lang="en-US" sz="1400" b="1" dirty="0">
                <a:cs typeface="Times New Roman" panose="02020603050405020304" pitchFamily="18" charset="0"/>
              </a:rPr>
              <a:t>Mid-Level Compliance Rates</a:t>
            </a:r>
          </a:p>
          <a:p>
            <a:r>
              <a:rPr lang="en-US" sz="1400" dirty="0">
                <a:cs typeface="Times New Roman" panose="02020603050405020304" pitchFamily="18" charset="0"/>
              </a:rPr>
              <a:t>Perth: Moderate compliance at 1452.83%.</a:t>
            </a:r>
          </a:p>
          <a:p>
            <a:r>
              <a:rPr lang="en-US" sz="1400" dirty="0">
                <a:cs typeface="Times New Roman" panose="02020603050405020304" pitchFamily="18" charset="0"/>
              </a:rPr>
              <a:t>Sydney &amp; Brisbane: Moderate level of compliance of 1,272.34% and 1,200.00% at lower level.</a:t>
            </a:r>
          </a:p>
          <a:p>
            <a:endParaRPr lang="en-US" sz="1400" b="1" dirty="0">
              <a:cs typeface="Times New Roman" panose="02020603050405020304" pitchFamily="18" charset="0"/>
            </a:endParaRPr>
          </a:p>
          <a:p>
            <a:r>
              <a:rPr lang="en-US" sz="1400" b="1" dirty="0">
                <a:cs typeface="Times New Roman" panose="02020603050405020304" pitchFamily="18" charset="0"/>
              </a:rPr>
              <a:t>Lowest Compliance Rates</a:t>
            </a:r>
          </a:p>
          <a:p>
            <a:r>
              <a:rPr lang="en-US" sz="1400" dirty="0">
                <a:cs typeface="Times New Roman" panose="02020603050405020304" pitchFamily="18" charset="0"/>
              </a:rPr>
              <a:t>Adelaide: The lowest value occurred at 818.18%, showing that there is a severe problem with non- compliance.</a:t>
            </a:r>
          </a:p>
          <a:p>
            <a:r>
              <a:rPr lang="en-US" sz="1400" dirty="0">
                <a:cs typeface="Times New Roman" panose="02020603050405020304" pitchFamily="18" charset="0"/>
              </a:rPr>
              <a:t>Melbourne &amp; Newcastle: Also comparatively low at 1, 005.88% and 1, 058.82% to recommend improvement.</a:t>
            </a:r>
            <a:endParaRPr lang="en-AU" sz="1400" dirty="0">
              <a:cs typeface="Times New Roman" panose="02020603050405020304" pitchFamily="18" charset="0"/>
            </a:endParaRPr>
          </a:p>
        </p:txBody>
      </p:sp>
    </p:spTree>
    <p:extLst>
      <p:ext uri="{BB962C8B-B14F-4D97-AF65-F5344CB8AC3E}">
        <p14:creationId xmlns:p14="http://schemas.microsoft.com/office/powerpoint/2010/main" val="33392271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A graph with a line going up&#10;&#10;Description automatically generated">
            <a:extLst>
              <a:ext uri="{FF2B5EF4-FFF2-40B4-BE49-F238E27FC236}">
                <a16:creationId xmlns:a16="http://schemas.microsoft.com/office/drawing/2014/main" id="{4636FE1A-C561-2EE4-1ACE-A016BC6880A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946554" y="1862511"/>
            <a:ext cx="4163898" cy="3132977"/>
          </a:xfrm>
        </p:spPr>
      </p:pic>
      <p:sp>
        <p:nvSpPr>
          <p:cNvPr id="4" name="Date Placeholder 3">
            <a:extLst>
              <a:ext uri="{FF2B5EF4-FFF2-40B4-BE49-F238E27FC236}">
                <a16:creationId xmlns:a16="http://schemas.microsoft.com/office/drawing/2014/main" id="{72AA0EEC-38E8-1653-5F56-4D365952E07A}"/>
              </a:ext>
            </a:extLst>
          </p:cNvPr>
          <p:cNvSpPr>
            <a:spLocks noGrp="1"/>
          </p:cNvSpPr>
          <p:nvPr>
            <p:ph type="dt" sz="half" idx="10"/>
          </p:nvPr>
        </p:nvSpPr>
        <p:spPr/>
        <p:txBody>
          <a:bodyPr/>
          <a:lstStyle/>
          <a:p>
            <a:fld id="{57997BA6-BEF8-495F-ACCD-8D19769E4FC6}" type="datetime2">
              <a:rPr lang="en-US" smtClean="0"/>
              <a:t>Thursday, November 14, 2024</a:t>
            </a:fld>
            <a:endParaRPr lang="en-US" dirty="0"/>
          </a:p>
        </p:txBody>
      </p:sp>
      <p:sp>
        <p:nvSpPr>
          <p:cNvPr id="5" name="Footer Placeholder 4">
            <a:extLst>
              <a:ext uri="{FF2B5EF4-FFF2-40B4-BE49-F238E27FC236}">
                <a16:creationId xmlns:a16="http://schemas.microsoft.com/office/drawing/2014/main" id="{07483A42-690E-0936-B79E-45E0E17FF489}"/>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26ED1232-00BD-0B10-FE00-756A192EA2A3}"/>
              </a:ext>
            </a:extLst>
          </p:cNvPr>
          <p:cNvSpPr>
            <a:spLocks noGrp="1"/>
          </p:cNvSpPr>
          <p:nvPr>
            <p:ph type="sldNum" sz="quarter" idx="12"/>
          </p:nvPr>
        </p:nvSpPr>
        <p:spPr/>
        <p:txBody>
          <a:bodyPr/>
          <a:lstStyle/>
          <a:p>
            <a:fld id="{7BE69E03-4804-4553-A1EC-F089884EF50F}" type="slidenum">
              <a:rPr lang="en-US" smtClean="0"/>
              <a:t>4</a:t>
            </a:fld>
            <a:endParaRPr lang="en-US"/>
          </a:p>
        </p:txBody>
      </p:sp>
      <p:graphicFrame>
        <p:nvGraphicFramePr>
          <p:cNvPr id="11" name="TextBox 8">
            <a:extLst>
              <a:ext uri="{FF2B5EF4-FFF2-40B4-BE49-F238E27FC236}">
                <a16:creationId xmlns:a16="http://schemas.microsoft.com/office/drawing/2014/main" id="{B20FC26A-742C-2239-7A04-E25026E9EE6D}"/>
              </a:ext>
            </a:extLst>
          </p:cNvPr>
          <p:cNvGraphicFramePr/>
          <p:nvPr>
            <p:extLst>
              <p:ext uri="{D42A27DB-BD31-4B8C-83A1-F6EECF244321}">
                <p14:modId xmlns:p14="http://schemas.microsoft.com/office/powerpoint/2010/main" val="217567602"/>
              </p:ext>
            </p:extLst>
          </p:nvPr>
        </p:nvGraphicFramePr>
        <p:xfrm>
          <a:off x="1419263" y="1100745"/>
          <a:ext cx="5034116" cy="50783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256089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A graph of equipment used by office location type&#10;&#10;Description automatically generated">
            <a:extLst>
              <a:ext uri="{FF2B5EF4-FFF2-40B4-BE49-F238E27FC236}">
                <a16:creationId xmlns:a16="http://schemas.microsoft.com/office/drawing/2014/main" id="{B946CD9F-D0F8-26F6-E305-8A17CA705D5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376491" y="1253889"/>
            <a:ext cx="4407366" cy="3799616"/>
          </a:xfrm>
        </p:spPr>
      </p:pic>
      <p:sp>
        <p:nvSpPr>
          <p:cNvPr id="4" name="Date Placeholder 3">
            <a:extLst>
              <a:ext uri="{FF2B5EF4-FFF2-40B4-BE49-F238E27FC236}">
                <a16:creationId xmlns:a16="http://schemas.microsoft.com/office/drawing/2014/main" id="{B467DF87-E82B-2F20-CD09-359A79FAF0FF}"/>
              </a:ext>
            </a:extLst>
          </p:cNvPr>
          <p:cNvSpPr>
            <a:spLocks noGrp="1"/>
          </p:cNvSpPr>
          <p:nvPr>
            <p:ph type="dt" sz="half" idx="10"/>
          </p:nvPr>
        </p:nvSpPr>
        <p:spPr/>
        <p:txBody>
          <a:bodyPr/>
          <a:lstStyle/>
          <a:p>
            <a:fld id="{57997BA6-BEF8-495F-ACCD-8D19769E4FC6}" type="datetime2">
              <a:rPr lang="en-US" smtClean="0"/>
              <a:t>Thursday, November 14, 2024</a:t>
            </a:fld>
            <a:endParaRPr lang="en-US" dirty="0"/>
          </a:p>
        </p:txBody>
      </p:sp>
      <p:sp>
        <p:nvSpPr>
          <p:cNvPr id="5" name="Footer Placeholder 4">
            <a:extLst>
              <a:ext uri="{FF2B5EF4-FFF2-40B4-BE49-F238E27FC236}">
                <a16:creationId xmlns:a16="http://schemas.microsoft.com/office/drawing/2014/main" id="{C2A2077D-6E8D-3718-2992-D454F264FCC8}"/>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27A756C3-0CF0-19AE-F7B4-70CD195097FE}"/>
              </a:ext>
            </a:extLst>
          </p:cNvPr>
          <p:cNvSpPr>
            <a:spLocks noGrp="1"/>
          </p:cNvSpPr>
          <p:nvPr>
            <p:ph type="sldNum" sz="quarter" idx="12"/>
          </p:nvPr>
        </p:nvSpPr>
        <p:spPr/>
        <p:txBody>
          <a:bodyPr/>
          <a:lstStyle/>
          <a:p>
            <a:fld id="{7BE69E03-4804-4553-A1EC-F089884EF50F}" type="slidenum">
              <a:rPr lang="en-US" smtClean="0"/>
              <a:t>5</a:t>
            </a:fld>
            <a:endParaRPr lang="en-US"/>
          </a:p>
        </p:txBody>
      </p:sp>
      <p:graphicFrame>
        <p:nvGraphicFramePr>
          <p:cNvPr id="14" name="TextBox 11">
            <a:extLst>
              <a:ext uri="{FF2B5EF4-FFF2-40B4-BE49-F238E27FC236}">
                <a16:creationId xmlns:a16="http://schemas.microsoft.com/office/drawing/2014/main" id="{621C1A99-9123-9C47-5D70-B2708027EE63}"/>
              </a:ext>
            </a:extLst>
          </p:cNvPr>
          <p:cNvGraphicFramePr/>
          <p:nvPr>
            <p:extLst>
              <p:ext uri="{D42A27DB-BD31-4B8C-83A1-F6EECF244321}">
                <p14:modId xmlns:p14="http://schemas.microsoft.com/office/powerpoint/2010/main" val="2158387245"/>
              </p:ext>
            </p:extLst>
          </p:nvPr>
        </p:nvGraphicFramePr>
        <p:xfrm>
          <a:off x="771021" y="965398"/>
          <a:ext cx="4532671" cy="45243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7" name="TextBox 16">
            <a:extLst>
              <a:ext uri="{FF2B5EF4-FFF2-40B4-BE49-F238E27FC236}">
                <a16:creationId xmlns:a16="http://schemas.microsoft.com/office/drawing/2014/main" id="{968DCEE9-8FD1-6D4B-0807-F0D6B88DEF2F}"/>
              </a:ext>
            </a:extLst>
          </p:cNvPr>
          <p:cNvSpPr txBox="1"/>
          <p:nvPr/>
        </p:nvSpPr>
        <p:spPr>
          <a:xfrm>
            <a:off x="771021" y="89474"/>
            <a:ext cx="10732131" cy="369332"/>
          </a:xfrm>
          <a:prstGeom prst="rect">
            <a:avLst/>
          </a:prstGeom>
          <a:noFill/>
        </p:spPr>
        <p:txBody>
          <a:bodyPr wrap="square" rtlCol="0">
            <a:spAutoFit/>
          </a:bodyPr>
          <a:lstStyle/>
          <a:p>
            <a:endParaRPr lang="en-AU" dirty="0"/>
          </a:p>
        </p:txBody>
      </p:sp>
    </p:spTree>
    <p:extLst>
      <p:ext uri="{BB962C8B-B14F-4D97-AF65-F5344CB8AC3E}">
        <p14:creationId xmlns:p14="http://schemas.microsoft.com/office/powerpoint/2010/main" val="41646447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D5EEA-A5F0-55AC-B60E-74DB6C00A442}"/>
              </a:ext>
            </a:extLst>
          </p:cNvPr>
          <p:cNvSpPr>
            <a:spLocks noGrp="1"/>
          </p:cNvSpPr>
          <p:nvPr>
            <p:ph type="title"/>
          </p:nvPr>
        </p:nvSpPr>
        <p:spPr/>
        <p:txBody>
          <a:bodyPr/>
          <a:lstStyle/>
          <a:p>
            <a:r>
              <a:rPr lang="en-AU"/>
              <a:t>Incentive Program</a:t>
            </a:r>
            <a:endParaRPr lang="en-AU" dirty="0"/>
          </a:p>
        </p:txBody>
      </p:sp>
      <p:sp>
        <p:nvSpPr>
          <p:cNvPr id="3" name="Content Placeholder 2">
            <a:extLst>
              <a:ext uri="{FF2B5EF4-FFF2-40B4-BE49-F238E27FC236}">
                <a16:creationId xmlns:a16="http://schemas.microsoft.com/office/drawing/2014/main" id="{D57F51DC-80A7-11D5-5643-24A0780330ED}"/>
              </a:ext>
            </a:extLst>
          </p:cNvPr>
          <p:cNvSpPr>
            <a:spLocks noGrp="1"/>
          </p:cNvSpPr>
          <p:nvPr>
            <p:ph sz="half" idx="1"/>
          </p:nvPr>
        </p:nvSpPr>
        <p:spPr>
          <a:xfrm>
            <a:off x="753626" y="1825625"/>
            <a:ext cx="4848598" cy="3871790"/>
          </a:xfrm>
        </p:spPr>
        <p:txBody>
          <a:bodyPr>
            <a:normAutofit fontScale="85000" lnSpcReduction="10000"/>
          </a:bodyPr>
          <a:lstStyle/>
          <a:p>
            <a:r>
              <a:rPr lang="en-US"/>
              <a:t>Some of officers include Yvonne Cook and Laura Clark post higher “No”, meaning that they are less often motivated by incentives.</a:t>
            </a:r>
          </a:p>
          <a:p>
            <a:r>
              <a:rPr lang="en-US"/>
              <a:t> Grace Jones and Rachel King seem to have a higher number count in “Yes” meaning they are being recognized more often.</a:t>
            </a:r>
          </a:p>
          <a:p>
            <a:r>
              <a:rPr lang="en-US"/>
              <a:t>Insight</a:t>
            </a:r>
          </a:p>
          <a:p>
            <a:pPr marL="0" indent="0">
              <a:buNone/>
            </a:pPr>
            <a:r>
              <a:rPr lang="en-US" b="1"/>
              <a:t>Need for Standardized Criteria</a:t>
            </a:r>
            <a:r>
              <a:rPr lang="en-US"/>
              <a:t>: Such differences imply that incentive awards probably have not been established on an equivalent basis. Clear and definite standards can be utilized to avoid unmerited or unwarranted bonus given to employees so as to enhance the measures of uniformity and stimulus.</a:t>
            </a:r>
            <a:endParaRPr lang="en-AU" dirty="0"/>
          </a:p>
        </p:txBody>
      </p:sp>
      <p:pic>
        <p:nvPicPr>
          <p:cNvPr id="9" name="Content Placeholder 8" descr="A graph of a line&#10;&#10;Description automatically generated with medium confidence">
            <a:extLst>
              <a:ext uri="{FF2B5EF4-FFF2-40B4-BE49-F238E27FC236}">
                <a16:creationId xmlns:a16="http://schemas.microsoft.com/office/drawing/2014/main" id="{67261CF6-A5B3-1B37-4A7B-7D62A17E34AF}"/>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509701" y="1907458"/>
            <a:ext cx="4659743" cy="3111359"/>
          </a:xfrm>
        </p:spPr>
      </p:pic>
      <p:sp>
        <p:nvSpPr>
          <p:cNvPr id="5" name="Date Placeholder 4">
            <a:extLst>
              <a:ext uri="{FF2B5EF4-FFF2-40B4-BE49-F238E27FC236}">
                <a16:creationId xmlns:a16="http://schemas.microsoft.com/office/drawing/2014/main" id="{E60A8E90-1254-CF7F-C532-3E40382425AA}"/>
              </a:ext>
            </a:extLst>
          </p:cNvPr>
          <p:cNvSpPr>
            <a:spLocks noGrp="1"/>
          </p:cNvSpPr>
          <p:nvPr>
            <p:ph type="dt" sz="half" idx="10"/>
          </p:nvPr>
        </p:nvSpPr>
        <p:spPr/>
        <p:txBody>
          <a:bodyPr/>
          <a:lstStyle/>
          <a:p>
            <a:fld id="{003E0E29-2C79-4A2A-B61C-A21B8362A50A}" type="datetime2">
              <a:rPr lang="en-US" smtClean="0"/>
              <a:t>Thursday, November 14, 2024</a:t>
            </a:fld>
            <a:endParaRPr lang="en-US"/>
          </a:p>
        </p:txBody>
      </p:sp>
      <p:sp>
        <p:nvSpPr>
          <p:cNvPr id="6" name="Footer Placeholder 5">
            <a:extLst>
              <a:ext uri="{FF2B5EF4-FFF2-40B4-BE49-F238E27FC236}">
                <a16:creationId xmlns:a16="http://schemas.microsoft.com/office/drawing/2014/main" id="{ABB11DC5-F7E7-F158-D542-623C4DFA8259}"/>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0D4F1BE1-073F-C4FD-0268-D7004F393A94}"/>
              </a:ext>
            </a:extLst>
          </p:cNvPr>
          <p:cNvSpPr>
            <a:spLocks noGrp="1"/>
          </p:cNvSpPr>
          <p:nvPr>
            <p:ph type="sldNum" sz="quarter" idx="12"/>
          </p:nvPr>
        </p:nvSpPr>
        <p:spPr/>
        <p:txBody>
          <a:bodyPr/>
          <a:lstStyle/>
          <a:p>
            <a:fld id="{7BE69E03-4804-4553-A1EC-F089884EF50F}" type="slidenum">
              <a:rPr lang="en-US" smtClean="0"/>
              <a:t>6</a:t>
            </a:fld>
            <a:endParaRPr lang="en-US"/>
          </a:p>
        </p:txBody>
      </p:sp>
    </p:spTree>
    <p:extLst>
      <p:ext uri="{BB962C8B-B14F-4D97-AF65-F5344CB8AC3E}">
        <p14:creationId xmlns:p14="http://schemas.microsoft.com/office/powerpoint/2010/main" val="2328772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DAA9D7C9-0452-4338-840E-1F41073B57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9" name="Rectangle 28">
            <a:extLst>
              <a:ext uri="{FF2B5EF4-FFF2-40B4-BE49-F238E27FC236}">
                <a16:creationId xmlns:a16="http://schemas.microsoft.com/office/drawing/2014/main" id="{82D28149-A976-4FDF-A0AD-7E066FF7D7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1" name="Rectangle 30">
            <a:extLst>
              <a:ext uri="{FF2B5EF4-FFF2-40B4-BE49-F238E27FC236}">
                <a16:creationId xmlns:a16="http://schemas.microsoft.com/office/drawing/2014/main" id="{D80536FF-D2DD-47A6-BB60-E22DD2FEFE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8E46D0E-90CC-E9BA-9FC4-8946C820BDDC}"/>
              </a:ext>
            </a:extLst>
          </p:cNvPr>
          <p:cNvSpPr>
            <a:spLocks noGrp="1"/>
          </p:cNvSpPr>
          <p:nvPr>
            <p:ph type="title"/>
          </p:nvPr>
        </p:nvSpPr>
        <p:spPr>
          <a:xfrm>
            <a:off x="422899" y="540167"/>
            <a:ext cx="5828376" cy="2135867"/>
          </a:xfrm>
        </p:spPr>
        <p:txBody>
          <a:bodyPr anchor="b">
            <a:normAutofit/>
          </a:bodyPr>
          <a:lstStyle/>
          <a:p>
            <a:r>
              <a:rPr lang="en-US" sz="4400">
                <a:solidFill>
                  <a:schemeClr val="tx1"/>
                </a:solidFill>
              </a:rPr>
              <a:t>Offices Recommended for Downsizing or Closure</a:t>
            </a:r>
            <a:endParaRPr lang="en-AU" sz="4400">
              <a:solidFill>
                <a:schemeClr val="tx1"/>
              </a:solidFill>
            </a:endParaRPr>
          </a:p>
        </p:txBody>
      </p:sp>
      <p:sp>
        <p:nvSpPr>
          <p:cNvPr id="6" name="Slide Number Placeholder 5">
            <a:extLst>
              <a:ext uri="{FF2B5EF4-FFF2-40B4-BE49-F238E27FC236}">
                <a16:creationId xmlns:a16="http://schemas.microsoft.com/office/drawing/2014/main" id="{8BE5DDD0-11B2-871A-0FD1-712E8B738488}"/>
              </a:ext>
            </a:extLst>
          </p:cNvPr>
          <p:cNvSpPr>
            <a:spLocks noGrp="1"/>
          </p:cNvSpPr>
          <p:nvPr>
            <p:ph type="sldNum" sz="quarter" idx="12"/>
          </p:nvPr>
        </p:nvSpPr>
        <p:spPr>
          <a:xfrm>
            <a:off x="11504676" y="-14198"/>
            <a:ext cx="685800" cy="685800"/>
          </a:xfrm>
        </p:spPr>
        <p:txBody>
          <a:bodyPr>
            <a:normAutofit/>
          </a:bodyPr>
          <a:lstStyle/>
          <a:p>
            <a:pPr>
              <a:spcAft>
                <a:spcPts val="600"/>
              </a:spcAft>
            </a:pPr>
            <a:fld id="{7BE69E03-4804-4553-A1EC-F089884EF50F}" type="slidenum">
              <a:rPr lang="en-US" smtClean="0"/>
              <a:pPr>
                <a:spcAft>
                  <a:spcPts val="600"/>
                </a:spcAft>
              </a:pPr>
              <a:t>7</a:t>
            </a:fld>
            <a:endParaRPr lang="en-US"/>
          </a:p>
        </p:txBody>
      </p:sp>
      <p:sp>
        <p:nvSpPr>
          <p:cNvPr id="3" name="Content Placeholder 2">
            <a:extLst>
              <a:ext uri="{FF2B5EF4-FFF2-40B4-BE49-F238E27FC236}">
                <a16:creationId xmlns:a16="http://schemas.microsoft.com/office/drawing/2014/main" id="{0284DD03-B534-1AF3-EB3C-20DB833EEFBA}"/>
              </a:ext>
            </a:extLst>
          </p:cNvPr>
          <p:cNvSpPr>
            <a:spLocks noGrp="1"/>
          </p:cNvSpPr>
          <p:nvPr>
            <p:ph idx="1"/>
          </p:nvPr>
        </p:nvSpPr>
        <p:spPr>
          <a:xfrm>
            <a:off x="422899" y="2880452"/>
            <a:ext cx="5828376" cy="3095445"/>
          </a:xfrm>
        </p:spPr>
        <p:txBody>
          <a:bodyPr anchor="t">
            <a:normAutofit/>
          </a:bodyPr>
          <a:lstStyle/>
          <a:p>
            <a:pPr marL="0" indent="0">
              <a:buNone/>
            </a:pPr>
            <a:r>
              <a:rPr lang="en-AU" sz="1800" b="1" dirty="0">
                <a:solidFill>
                  <a:schemeClr val="tx1"/>
                </a:solidFill>
              </a:rPr>
              <a:t>Low-Performing Offices</a:t>
            </a:r>
          </a:p>
          <a:p>
            <a:endParaRPr lang="en-AU" sz="1800" dirty="0">
              <a:solidFill>
                <a:schemeClr val="tx1"/>
              </a:solidFill>
            </a:endParaRPr>
          </a:p>
          <a:p>
            <a:r>
              <a:rPr lang="en-US" sz="1800" b="1" dirty="0">
                <a:solidFill>
                  <a:schemeClr val="tx1"/>
                </a:solidFill>
              </a:rPr>
              <a:t>Adelaide</a:t>
            </a:r>
            <a:r>
              <a:rPr lang="en-US" sz="1800" dirty="0">
                <a:solidFill>
                  <a:schemeClr val="tx1"/>
                </a:solidFill>
              </a:rPr>
              <a:t>: Lowest in compliance and community feedback; should be closed or downsized.</a:t>
            </a:r>
          </a:p>
          <a:p>
            <a:r>
              <a:rPr lang="en-US" sz="1800" b="1" dirty="0">
                <a:solidFill>
                  <a:schemeClr val="tx1"/>
                </a:solidFill>
              </a:rPr>
              <a:t>Darwin</a:t>
            </a:r>
            <a:r>
              <a:rPr lang="en-US" sz="1800" dirty="0">
                <a:solidFill>
                  <a:schemeClr val="tx1"/>
                </a:solidFill>
              </a:rPr>
              <a:t>: Marginal performance; risk of cutbacks or merger.</a:t>
            </a:r>
          </a:p>
          <a:p>
            <a:r>
              <a:rPr lang="en-US" sz="1800" b="1" dirty="0">
                <a:solidFill>
                  <a:schemeClr val="tx1"/>
                </a:solidFill>
              </a:rPr>
              <a:t>Melbourne</a:t>
            </a:r>
            <a:r>
              <a:rPr lang="en-US" sz="1800" dirty="0">
                <a:solidFill>
                  <a:schemeClr val="tx1"/>
                </a:solidFill>
              </a:rPr>
              <a:t>: Performance fairly satisfactory; recommendation for further decrease in resource use.</a:t>
            </a:r>
          </a:p>
          <a:p>
            <a:endParaRPr lang="en-AU" sz="1800" dirty="0">
              <a:solidFill>
                <a:schemeClr val="tx1"/>
              </a:solidFill>
            </a:endParaRPr>
          </a:p>
        </p:txBody>
      </p:sp>
      <p:sp>
        <p:nvSpPr>
          <p:cNvPr id="33" name="Rectangle 32">
            <a:extLst>
              <a:ext uri="{FF2B5EF4-FFF2-40B4-BE49-F238E27FC236}">
                <a16:creationId xmlns:a16="http://schemas.microsoft.com/office/drawing/2014/main" id="{FA392873-A54A-4077-810F-3AFC8F442E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496183" y="685801"/>
            <a:ext cx="702496" cy="5486400"/>
          </a:xfrm>
          <a:prstGeom prst="rect">
            <a:avLst/>
          </a:prstGeom>
          <a:solidFill>
            <a:srgbClr val="DBDC76">
              <a:alpha val="25000"/>
            </a:srgb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endParaRPr>
          </a:p>
        </p:txBody>
      </p:sp>
      <p:pic>
        <p:nvPicPr>
          <p:cNvPr id="8" name="Picture 7">
            <a:extLst>
              <a:ext uri="{FF2B5EF4-FFF2-40B4-BE49-F238E27FC236}">
                <a16:creationId xmlns:a16="http://schemas.microsoft.com/office/drawing/2014/main" id="{A24A7076-890A-C063-CAB3-F8ED5D0CB7EA}"/>
              </a:ext>
            </a:extLst>
          </p:cNvPr>
          <p:cNvPicPr>
            <a:picLocks noChangeAspect="1"/>
          </p:cNvPicPr>
          <p:nvPr/>
        </p:nvPicPr>
        <p:blipFill>
          <a:blip r:embed="rId3"/>
          <a:srcRect l="40256" r="15085"/>
          <a:stretch/>
        </p:blipFill>
        <p:spPr>
          <a:xfrm>
            <a:off x="7148796" y="685800"/>
            <a:ext cx="4355880" cy="5486400"/>
          </a:xfrm>
          <a:prstGeom prst="rect">
            <a:avLst/>
          </a:prstGeom>
        </p:spPr>
      </p:pic>
      <p:cxnSp>
        <p:nvCxnSpPr>
          <p:cNvPr id="35" name="Straight Connector 34">
            <a:extLst>
              <a:ext uri="{FF2B5EF4-FFF2-40B4-BE49-F238E27FC236}">
                <a16:creationId xmlns:a16="http://schemas.microsoft.com/office/drawing/2014/main" id="{217CAC88-B0CB-4E8A-916D-9CB90525985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rgbClr val="DBDC76"/>
            </a:solidFill>
            <a:prstDash val="dash"/>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002C2666-64A2-43AB-B2DB-267B04A074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rgbClr val="DBDC76"/>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607524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5EF4A068-C95D-486B-AB65-28A5F70AF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4" name="Rectangle 13">
            <a:extLst>
              <a:ext uri="{FF2B5EF4-FFF2-40B4-BE49-F238E27FC236}">
                <a16:creationId xmlns:a16="http://schemas.microsoft.com/office/drawing/2014/main" id="{B30473F7-A24A-427B-B9CE-C1A94B6F26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6" name="Rectangle 15">
            <a:extLst>
              <a:ext uri="{FF2B5EF4-FFF2-40B4-BE49-F238E27FC236}">
                <a16:creationId xmlns:a16="http://schemas.microsoft.com/office/drawing/2014/main" id="{99B60357-232D-4489-8786-BF4E4F74BA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3"/>
            <a:ext cx="1446277" cy="3599018"/>
          </a:xfrm>
          <a:prstGeom prst="rect">
            <a:avLst/>
          </a:prstGeom>
          <a:solidFill>
            <a:srgbClr val="1892A2">
              <a:alpha val="25000"/>
            </a:srgb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endParaRPr>
          </a:p>
        </p:txBody>
      </p:sp>
      <p:sp>
        <p:nvSpPr>
          <p:cNvPr id="18" name="Rectangle 17">
            <a:extLst>
              <a:ext uri="{FF2B5EF4-FFF2-40B4-BE49-F238E27FC236}">
                <a16:creationId xmlns:a16="http://schemas.microsoft.com/office/drawing/2014/main" id="{2068A50E-2E17-40A4-8E3C-25CC6DF99F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4CF006A-3AB0-D34B-7618-3B832BDFDB62}"/>
              </a:ext>
            </a:extLst>
          </p:cNvPr>
          <p:cNvSpPr>
            <a:spLocks noGrp="1"/>
          </p:cNvSpPr>
          <p:nvPr>
            <p:ph type="title"/>
          </p:nvPr>
        </p:nvSpPr>
        <p:spPr>
          <a:xfrm>
            <a:off x="422144" y="3873157"/>
            <a:ext cx="5294293" cy="2165331"/>
          </a:xfrm>
        </p:spPr>
        <p:txBody>
          <a:bodyPr anchor="t">
            <a:normAutofit/>
          </a:bodyPr>
          <a:lstStyle/>
          <a:p>
            <a:r>
              <a:rPr lang="en-US" sz="3700" dirty="0">
                <a:solidFill>
                  <a:schemeClr val="tx1"/>
                </a:solidFill>
              </a:rPr>
              <a:t>Retention Recommendations with Focus Areas for Improvement</a:t>
            </a:r>
            <a:endParaRPr lang="en-AU" sz="3700" dirty="0">
              <a:solidFill>
                <a:schemeClr val="tx1"/>
              </a:solidFill>
            </a:endParaRPr>
          </a:p>
        </p:txBody>
      </p:sp>
      <p:sp>
        <p:nvSpPr>
          <p:cNvPr id="6" name="Slide Number Placeholder 5">
            <a:extLst>
              <a:ext uri="{FF2B5EF4-FFF2-40B4-BE49-F238E27FC236}">
                <a16:creationId xmlns:a16="http://schemas.microsoft.com/office/drawing/2014/main" id="{11EE1772-79E8-74C5-5990-C2169F49858A}"/>
              </a:ext>
            </a:extLst>
          </p:cNvPr>
          <p:cNvSpPr>
            <a:spLocks noGrp="1"/>
          </p:cNvSpPr>
          <p:nvPr>
            <p:ph type="sldNum" sz="quarter" idx="12"/>
          </p:nvPr>
        </p:nvSpPr>
        <p:spPr>
          <a:xfrm>
            <a:off x="11504676" y="-14198"/>
            <a:ext cx="685800" cy="685800"/>
          </a:xfrm>
        </p:spPr>
        <p:txBody>
          <a:bodyPr>
            <a:normAutofit/>
          </a:bodyPr>
          <a:lstStyle/>
          <a:p>
            <a:pPr>
              <a:spcAft>
                <a:spcPts val="600"/>
              </a:spcAft>
            </a:pPr>
            <a:fld id="{7BE69E03-4804-4553-A1EC-F089884EF50F}" type="slidenum">
              <a:rPr lang="en-US" smtClean="0"/>
              <a:pPr>
                <a:spcAft>
                  <a:spcPts val="600"/>
                </a:spcAft>
              </a:pPr>
              <a:t>8</a:t>
            </a:fld>
            <a:endParaRPr lang="en-US"/>
          </a:p>
        </p:txBody>
      </p:sp>
      <p:pic>
        <p:nvPicPr>
          <p:cNvPr id="8" name="Picture 7" descr="Low angle view of modern financial skyscrapers into the sky">
            <a:extLst>
              <a:ext uri="{FF2B5EF4-FFF2-40B4-BE49-F238E27FC236}">
                <a16:creationId xmlns:a16="http://schemas.microsoft.com/office/drawing/2014/main" id="{B50932ED-DB18-C2B6-85A2-F2E06222DDD3}"/>
              </a:ext>
            </a:extLst>
          </p:cNvPr>
          <p:cNvPicPr>
            <a:picLocks noChangeAspect="1"/>
          </p:cNvPicPr>
          <p:nvPr/>
        </p:nvPicPr>
        <p:blipFill>
          <a:blip r:embed="rId2"/>
          <a:srcRect t="41396" r="2" b="5016"/>
          <a:stretch/>
        </p:blipFill>
        <p:spPr>
          <a:xfrm>
            <a:off x="1443228" y="10"/>
            <a:ext cx="10061448" cy="3599011"/>
          </a:xfrm>
          <a:prstGeom prst="rect">
            <a:avLst/>
          </a:prstGeom>
        </p:spPr>
      </p:pic>
      <p:sp>
        <p:nvSpPr>
          <p:cNvPr id="3" name="Content Placeholder 2">
            <a:extLst>
              <a:ext uri="{FF2B5EF4-FFF2-40B4-BE49-F238E27FC236}">
                <a16:creationId xmlns:a16="http://schemas.microsoft.com/office/drawing/2014/main" id="{E38BCDDD-1E43-076D-D10E-32D21FEE583D}"/>
              </a:ext>
            </a:extLst>
          </p:cNvPr>
          <p:cNvSpPr>
            <a:spLocks noGrp="1"/>
          </p:cNvSpPr>
          <p:nvPr>
            <p:ph idx="1"/>
          </p:nvPr>
        </p:nvSpPr>
        <p:spPr>
          <a:xfrm>
            <a:off x="6003984" y="3853131"/>
            <a:ext cx="4956417" cy="2185357"/>
          </a:xfrm>
        </p:spPr>
        <p:txBody>
          <a:bodyPr anchor="t">
            <a:normAutofit/>
          </a:bodyPr>
          <a:lstStyle/>
          <a:p>
            <a:r>
              <a:rPr lang="en-US" sz="1800" b="1" dirty="0">
                <a:solidFill>
                  <a:schemeClr val="tx1"/>
                </a:solidFill>
              </a:rPr>
              <a:t>Brisbane and Sydney</a:t>
            </a:r>
            <a:r>
              <a:rPr lang="en-US" sz="1800" dirty="0">
                <a:solidFill>
                  <a:schemeClr val="tx1"/>
                </a:solidFill>
              </a:rPr>
              <a:t>: Keep with emphasis on communication with communities and organizational conformity enhancement.</a:t>
            </a:r>
          </a:p>
          <a:p>
            <a:r>
              <a:rPr lang="en-US" sz="1800" b="1" dirty="0">
                <a:solidFill>
                  <a:schemeClr val="tx1"/>
                </a:solidFill>
              </a:rPr>
              <a:t>Newcastle</a:t>
            </a:r>
            <a:r>
              <a:rPr lang="en-US" sz="1800" dirty="0">
                <a:solidFill>
                  <a:schemeClr val="tx1"/>
                </a:solidFill>
              </a:rPr>
              <a:t>: Retain as after all equipment do specializes in certain extent but at the same time with the focus on compliance improvement.</a:t>
            </a:r>
            <a:endParaRPr lang="en-AU" sz="1800" dirty="0">
              <a:solidFill>
                <a:schemeClr val="tx1"/>
              </a:solidFill>
            </a:endParaRPr>
          </a:p>
        </p:txBody>
      </p:sp>
      <p:sp>
        <p:nvSpPr>
          <p:cNvPr id="4" name="Date Placeholder 3">
            <a:extLst>
              <a:ext uri="{FF2B5EF4-FFF2-40B4-BE49-F238E27FC236}">
                <a16:creationId xmlns:a16="http://schemas.microsoft.com/office/drawing/2014/main" id="{B3715AEA-5CB2-D611-85A8-B597D8B6936F}"/>
              </a:ext>
            </a:extLst>
          </p:cNvPr>
          <p:cNvSpPr>
            <a:spLocks noGrp="1"/>
          </p:cNvSpPr>
          <p:nvPr>
            <p:ph type="dt" sz="half" idx="10"/>
          </p:nvPr>
        </p:nvSpPr>
        <p:spPr>
          <a:xfrm>
            <a:off x="422899" y="6217920"/>
            <a:ext cx="2743200" cy="640080"/>
          </a:xfrm>
        </p:spPr>
        <p:txBody>
          <a:bodyPr>
            <a:normAutofit/>
          </a:bodyPr>
          <a:lstStyle/>
          <a:p>
            <a:pPr>
              <a:spcAft>
                <a:spcPts val="600"/>
              </a:spcAft>
            </a:pPr>
            <a:fld id="{57997BA6-BEF8-495F-ACCD-8D19769E4FC6}" type="datetime2">
              <a:rPr lang="en-US" smtClean="0"/>
              <a:pPr>
                <a:spcAft>
                  <a:spcPts val="600"/>
                </a:spcAft>
              </a:pPr>
              <a:t>Thursday, November 14, 2024</a:t>
            </a:fld>
            <a:endParaRPr lang="en-US"/>
          </a:p>
        </p:txBody>
      </p:sp>
      <p:sp>
        <p:nvSpPr>
          <p:cNvPr id="5" name="Footer Placeholder 4">
            <a:extLst>
              <a:ext uri="{FF2B5EF4-FFF2-40B4-BE49-F238E27FC236}">
                <a16:creationId xmlns:a16="http://schemas.microsoft.com/office/drawing/2014/main" id="{4371D8E0-E7E7-E06E-5E61-D1C3422108CB}"/>
              </a:ext>
            </a:extLst>
          </p:cNvPr>
          <p:cNvSpPr>
            <a:spLocks noGrp="1"/>
          </p:cNvSpPr>
          <p:nvPr>
            <p:ph type="ftr" sz="quarter" idx="11"/>
          </p:nvPr>
        </p:nvSpPr>
        <p:spPr>
          <a:xfrm>
            <a:off x="3762376" y="6217920"/>
            <a:ext cx="7195367" cy="640080"/>
          </a:xfrm>
        </p:spPr>
        <p:txBody>
          <a:bodyPr>
            <a:normAutofit/>
          </a:bodyPr>
          <a:lstStyle/>
          <a:p>
            <a:pPr>
              <a:spcAft>
                <a:spcPts val="600"/>
              </a:spcAft>
            </a:pPr>
            <a:r>
              <a:rPr lang="en-US"/>
              <a:t>Sample Footer Text</a:t>
            </a:r>
          </a:p>
        </p:txBody>
      </p:sp>
      <p:cxnSp>
        <p:nvCxnSpPr>
          <p:cNvPr id="20" name="Straight Connector 19">
            <a:extLst>
              <a:ext uri="{FF2B5EF4-FFF2-40B4-BE49-F238E27FC236}">
                <a16:creationId xmlns:a16="http://schemas.microsoft.com/office/drawing/2014/main" id="{88E181E9-8FE4-417B-A80B-0A099C6BE7D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rgbClr val="1892A2"/>
            </a:solidFill>
            <a:prstDash val="dash"/>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44EB5B0D-CAAF-4A5A-8339-8CCEA2AEE23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rgbClr val="1892A2"/>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38181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A88A3AEA-8067-474F-940E-BD5B58D88D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Background Gray Rectangle">
            <a:extLst>
              <a:ext uri="{FF2B5EF4-FFF2-40B4-BE49-F238E27FC236}">
                <a16:creationId xmlns:a16="http://schemas.microsoft.com/office/drawing/2014/main" id="{D803427E-36C0-4811-BE64-ACF653F6AA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9" name="White Rectangle">
            <a:extLst>
              <a:ext uri="{FF2B5EF4-FFF2-40B4-BE49-F238E27FC236}">
                <a16:creationId xmlns:a16="http://schemas.microsoft.com/office/drawing/2014/main" id="{D9231370-89C4-4981-8C91-A3F3D1146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5F39E93-5C12-F3BF-A85C-647E40195815}"/>
              </a:ext>
            </a:extLst>
          </p:cNvPr>
          <p:cNvSpPr>
            <a:spLocks noGrp="1"/>
          </p:cNvSpPr>
          <p:nvPr>
            <p:ph type="title"/>
          </p:nvPr>
        </p:nvSpPr>
        <p:spPr>
          <a:xfrm>
            <a:off x="422144" y="940910"/>
            <a:ext cx="5069451" cy="4976179"/>
          </a:xfrm>
        </p:spPr>
        <p:txBody>
          <a:bodyPr>
            <a:normAutofit/>
          </a:bodyPr>
          <a:lstStyle/>
          <a:p>
            <a:r>
              <a:rPr lang="en-AU"/>
              <a:t>High-Performing Offices to Retain</a:t>
            </a:r>
          </a:p>
        </p:txBody>
      </p:sp>
      <p:sp>
        <p:nvSpPr>
          <p:cNvPr id="6" name="Slide Number Placeholder 5">
            <a:extLst>
              <a:ext uri="{FF2B5EF4-FFF2-40B4-BE49-F238E27FC236}">
                <a16:creationId xmlns:a16="http://schemas.microsoft.com/office/drawing/2014/main" id="{19CB1867-565C-5FDB-EA9F-80166CB8CA31}"/>
              </a:ext>
            </a:extLst>
          </p:cNvPr>
          <p:cNvSpPr>
            <a:spLocks noGrp="1"/>
          </p:cNvSpPr>
          <p:nvPr>
            <p:ph type="sldNum" sz="quarter" idx="12"/>
          </p:nvPr>
        </p:nvSpPr>
        <p:spPr>
          <a:xfrm>
            <a:off x="11504676" y="-14198"/>
            <a:ext cx="685800" cy="685800"/>
          </a:xfrm>
        </p:spPr>
        <p:txBody>
          <a:bodyPr>
            <a:normAutofit/>
          </a:bodyPr>
          <a:lstStyle/>
          <a:p>
            <a:pPr>
              <a:spcAft>
                <a:spcPts val="600"/>
              </a:spcAft>
            </a:pPr>
            <a:fld id="{7BE69E03-4804-4553-A1EC-F089884EF50F}" type="slidenum">
              <a:rPr lang="en-US" smtClean="0"/>
              <a:pPr>
                <a:spcAft>
                  <a:spcPts val="600"/>
                </a:spcAft>
              </a:pPr>
              <a:t>9</a:t>
            </a:fld>
            <a:endParaRPr lang="en-US"/>
          </a:p>
        </p:txBody>
      </p:sp>
      <p:sp>
        <p:nvSpPr>
          <p:cNvPr id="4" name="Date Placeholder 3">
            <a:extLst>
              <a:ext uri="{FF2B5EF4-FFF2-40B4-BE49-F238E27FC236}">
                <a16:creationId xmlns:a16="http://schemas.microsoft.com/office/drawing/2014/main" id="{42CF4302-161D-53F1-6D0B-126DD8C64513}"/>
              </a:ext>
            </a:extLst>
          </p:cNvPr>
          <p:cNvSpPr>
            <a:spLocks noGrp="1"/>
          </p:cNvSpPr>
          <p:nvPr>
            <p:ph type="dt" sz="half" idx="10"/>
          </p:nvPr>
        </p:nvSpPr>
        <p:spPr>
          <a:xfrm>
            <a:off x="422899" y="6217920"/>
            <a:ext cx="2743200" cy="640080"/>
          </a:xfrm>
        </p:spPr>
        <p:txBody>
          <a:bodyPr>
            <a:normAutofit/>
          </a:bodyPr>
          <a:lstStyle/>
          <a:p>
            <a:pPr>
              <a:spcAft>
                <a:spcPts val="600"/>
              </a:spcAft>
            </a:pPr>
            <a:fld id="{57997BA6-BEF8-495F-ACCD-8D19769E4FC6}" type="datetime2">
              <a:rPr lang="en-US" smtClean="0"/>
              <a:pPr>
                <a:spcAft>
                  <a:spcPts val="600"/>
                </a:spcAft>
              </a:pPr>
              <a:t>Thursday, November 14, 2024</a:t>
            </a:fld>
            <a:endParaRPr lang="en-US"/>
          </a:p>
        </p:txBody>
      </p:sp>
      <p:sp>
        <p:nvSpPr>
          <p:cNvPr id="5" name="Footer Placeholder 4">
            <a:extLst>
              <a:ext uri="{FF2B5EF4-FFF2-40B4-BE49-F238E27FC236}">
                <a16:creationId xmlns:a16="http://schemas.microsoft.com/office/drawing/2014/main" id="{D6A40864-D100-D379-2563-F13F94445BDD}"/>
              </a:ext>
            </a:extLst>
          </p:cNvPr>
          <p:cNvSpPr>
            <a:spLocks noGrp="1"/>
          </p:cNvSpPr>
          <p:nvPr>
            <p:ph type="ftr" sz="quarter" idx="11"/>
          </p:nvPr>
        </p:nvSpPr>
        <p:spPr>
          <a:xfrm>
            <a:off x="6842943" y="6217920"/>
            <a:ext cx="4114800" cy="640080"/>
          </a:xfrm>
        </p:spPr>
        <p:txBody>
          <a:bodyPr>
            <a:normAutofit/>
          </a:bodyPr>
          <a:lstStyle/>
          <a:p>
            <a:pPr>
              <a:spcAft>
                <a:spcPts val="600"/>
              </a:spcAft>
            </a:pPr>
            <a:r>
              <a:rPr lang="en-US"/>
              <a:t>Sample Footer Text</a:t>
            </a:r>
          </a:p>
        </p:txBody>
      </p:sp>
      <p:cxnSp>
        <p:nvCxnSpPr>
          <p:cNvPr id="31" name="Vertical Connector">
            <a:extLst>
              <a:ext uri="{FF2B5EF4-FFF2-40B4-BE49-F238E27FC236}">
                <a16:creationId xmlns:a16="http://schemas.microsoft.com/office/drawing/2014/main" id="{474D4826-9FF4-4E17-AB42-146B76BD322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33" name="Horizontal Connector 2">
            <a:extLst>
              <a:ext uri="{FF2B5EF4-FFF2-40B4-BE49-F238E27FC236}">
                <a16:creationId xmlns:a16="http://schemas.microsoft.com/office/drawing/2014/main" id="{C5873965-CEB2-46E1-951E-037689B0789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8" name="Content Placeholder 2">
            <a:extLst>
              <a:ext uri="{FF2B5EF4-FFF2-40B4-BE49-F238E27FC236}">
                <a16:creationId xmlns:a16="http://schemas.microsoft.com/office/drawing/2014/main" id="{3A3555FF-B237-1AB1-A0AD-C6460BD820BB}"/>
              </a:ext>
            </a:extLst>
          </p:cNvPr>
          <p:cNvGraphicFramePr>
            <a:graphicFrameLocks noGrp="1"/>
          </p:cNvGraphicFramePr>
          <p:nvPr>
            <p:ph idx="1"/>
            <p:extLst>
              <p:ext uri="{D42A27DB-BD31-4B8C-83A1-F6EECF244321}">
                <p14:modId xmlns:p14="http://schemas.microsoft.com/office/powerpoint/2010/main" val="2503100260"/>
              </p:ext>
            </p:extLst>
          </p:nvPr>
        </p:nvGraphicFramePr>
        <p:xfrm>
          <a:off x="5766179" y="805218"/>
          <a:ext cx="5710451" cy="53291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387637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482F11BC-0096-4F9C-BAA6-E7D36C1E54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4" name="Rectangle 53">
            <a:extLst>
              <a:ext uri="{FF2B5EF4-FFF2-40B4-BE49-F238E27FC236}">
                <a16:creationId xmlns:a16="http://schemas.microsoft.com/office/drawing/2014/main" id="{2FA1E615-6866-4975-BEB0-8A6DCCEFB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6" name="Rectangle 55">
            <a:extLst>
              <a:ext uri="{FF2B5EF4-FFF2-40B4-BE49-F238E27FC236}">
                <a16:creationId xmlns:a16="http://schemas.microsoft.com/office/drawing/2014/main" id="{9F49980E-1F13-46BA-BFC3-59DA3D8610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CE34ED-B661-0507-A1F9-9C30C8BF7563}"/>
              </a:ext>
            </a:extLst>
          </p:cNvPr>
          <p:cNvSpPr>
            <a:spLocks noGrp="1"/>
          </p:cNvSpPr>
          <p:nvPr>
            <p:ph type="title"/>
          </p:nvPr>
        </p:nvSpPr>
        <p:spPr>
          <a:xfrm>
            <a:off x="364419" y="1459815"/>
            <a:ext cx="5228393" cy="1078402"/>
          </a:xfrm>
        </p:spPr>
        <p:txBody>
          <a:bodyPr anchor="b">
            <a:normAutofit/>
          </a:bodyPr>
          <a:lstStyle/>
          <a:p>
            <a:r>
              <a:rPr lang="en-AU" sz="4800" dirty="0"/>
              <a:t>Summary</a:t>
            </a:r>
          </a:p>
        </p:txBody>
      </p:sp>
      <p:sp>
        <p:nvSpPr>
          <p:cNvPr id="6" name="Slide Number Placeholder 5">
            <a:extLst>
              <a:ext uri="{FF2B5EF4-FFF2-40B4-BE49-F238E27FC236}">
                <a16:creationId xmlns:a16="http://schemas.microsoft.com/office/drawing/2014/main" id="{DDAD6653-FADE-3A9A-D4E3-9C20BBD285F2}"/>
              </a:ext>
            </a:extLst>
          </p:cNvPr>
          <p:cNvSpPr>
            <a:spLocks noGrp="1"/>
          </p:cNvSpPr>
          <p:nvPr>
            <p:ph type="sldNum" sz="quarter" idx="12"/>
          </p:nvPr>
        </p:nvSpPr>
        <p:spPr>
          <a:xfrm>
            <a:off x="11504676" y="-14198"/>
            <a:ext cx="685800" cy="685800"/>
          </a:xfrm>
        </p:spPr>
        <p:txBody>
          <a:bodyPr>
            <a:normAutofit/>
          </a:bodyPr>
          <a:lstStyle/>
          <a:p>
            <a:pPr>
              <a:spcAft>
                <a:spcPts val="600"/>
              </a:spcAft>
            </a:pPr>
            <a:fld id="{7BE69E03-4804-4553-A1EC-F089884EF50F}" type="slidenum">
              <a:rPr lang="en-US" smtClean="0"/>
              <a:pPr>
                <a:spcAft>
                  <a:spcPts val="600"/>
                </a:spcAft>
              </a:pPr>
              <a:t>10</a:t>
            </a:fld>
            <a:endParaRPr lang="en-US"/>
          </a:p>
        </p:txBody>
      </p:sp>
      <p:sp>
        <p:nvSpPr>
          <p:cNvPr id="7" name="Rectangle 1">
            <a:extLst>
              <a:ext uri="{FF2B5EF4-FFF2-40B4-BE49-F238E27FC236}">
                <a16:creationId xmlns:a16="http://schemas.microsoft.com/office/drawing/2014/main" id="{F4C20321-9F87-FB89-E3D2-56458E4B3DC9}"/>
              </a:ext>
            </a:extLst>
          </p:cNvPr>
          <p:cNvSpPr>
            <a:spLocks noGrp="1" noChangeArrowheads="1"/>
          </p:cNvSpPr>
          <p:nvPr>
            <p:ph idx="1"/>
          </p:nvPr>
        </p:nvSpPr>
        <p:spPr bwMode="auto">
          <a:xfrm>
            <a:off x="422899" y="2697189"/>
            <a:ext cx="6188985" cy="315706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fontScale="70000" lnSpcReduction="20000"/>
          </a:bodyPr>
          <a:lstStyle/>
          <a:p>
            <a:pPr marL="0" marR="0" lvl="0" indent="0" defTabSz="914400" rtl="0" eaLnBrk="0" fontAlgn="base" latinLnBrk="0" hangingPunct="0">
              <a:lnSpc>
                <a:spcPct val="90000"/>
              </a:lnSpc>
              <a:spcBef>
                <a:spcPct val="0"/>
              </a:spcBef>
              <a:spcAft>
                <a:spcPts val="600"/>
              </a:spcAft>
              <a:buClrTx/>
              <a:buSzTx/>
              <a:buFontTx/>
              <a:buChar char="•"/>
              <a:tabLst/>
            </a:pPr>
            <a:r>
              <a:rPr kumimoji="0" lang="en-US" altLang="en-US" sz="2600" b="1" i="0" u="none" strike="noStrike" cap="none" normalizeH="0" baseline="0" dirty="0">
                <a:ln>
                  <a:noFill/>
                </a:ln>
                <a:effectLst/>
                <a:latin typeface="Arial" panose="020B0604020202020204" pitchFamily="34" charset="0"/>
              </a:rPr>
              <a:t>Downsize or Close</a:t>
            </a:r>
            <a:r>
              <a:rPr kumimoji="0" lang="en-US" altLang="en-US" sz="2600" b="0" i="0" u="none" strike="noStrike" cap="none" normalizeH="0" baseline="0" dirty="0">
                <a:ln>
                  <a:noFill/>
                </a:ln>
                <a:effectLst/>
                <a:latin typeface="Arial" panose="020B0604020202020204" pitchFamily="34" charset="0"/>
              </a:rPr>
              <a:t>: Adelaide, Darwin, </a:t>
            </a:r>
          </a:p>
          <a:p>
            <a:pPr marL="0" marR="0" lvl="0" indent="0" defTabSz="914400" rtl="0" eaLnBrk="0" fontAlgn="base" latinLnBrk="0" hangingPunct="0">
              <a:lnSpc>
                <a:spcPct val="90000"/>
              </a:lnSpc>
              <a:spcBef>
                <a:spcPct val="0"/>
              </a:spcBef>
              <a:spcAft>
                <a:spcPts val="600"/>
              </a:spcAft>
              <a:buClrTx/>
              <a:buSzTx/>
              <a:buNone/>
              <a:tabLst/>
            </a:pPr>
            <a:r>
              <a:rPr kumimoji="0" lang="en-US" altLang="en-US" sz="2600" b="0" i="0" u="none" strike="noStrike" cap="none" normalizeH="0" baseline="0" dirty="0">
                <a:ln>
                  <a:noFill/>
                </a:ln>
                <a:effectLst/>
                <a:latin typeface="Arial" panose="020B0604020202020204" pitchFamily="34" charset="0"/>
              </a:rPr>
              <a:t> Melbourne</a:t>
            </a:r>
          </a:p>
          <a:p>
            <a:pPr marL="0" marR="0" lvl="0" indent="0" defTabSz="914400" rtl="0" eaLnBrk="0" fontAlgn="base" latinLnBrk="0" hangingPunct="0">
              <a:lnSpc>
                <a:spcPct val="90000"/>
              </a:lnSpc>
              <a:spcBef>
                <a:spcPct val="0"/>
              </a:spcBef>
              <a:spcAft>
                <a:spcPts val="600"/>
              </a:spcAft>
              <a:buClrTx/>
              <a:buSzTx/>
              <a:buNone/>
              <a:tabLst/>
            </a:pPr>
            <a:endParaRPr kumimoji="0" lang="en-US" altLang="en-US" sz="26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lnSpc>
                <a:spcPct val="90000"/>
              </a:lnSpc>
              <a:spcBef>
                <a:spcPct val="0"/>
              </a:spcBef>
              <a:spcAft>
                <a:spcPts val="600"/>
              </a:spcAft>
              <a:buClrTx/>
              <a:buSzTx/>
              <a:buFontTx/>
              <a:buChar char="•"/>
              <a:tabLst/>
            </a:pPr>
            <a:r>
              <a:rPr kumimoji="0" lang="en-US" altLang="en-US" sz="2600" b="1" i="0" u="none" strike="noStrike" cap="none" normalizeH="0" baseline="0" dirty="0">
                <a:ln>
                  <a:noFill/>
                </a:ln>
                <a:effectLst/>
                <a:latin typeface="Arial" panose="020B0604020202020204" pitchFamily="34" charset="0"/>
              </a:rPr>
              <a:t>Retain with Improvement Focus</a:t>
            </a:r>
            <a:r>
              <a:rPr kumimoji="0" lang="en-US" altLang="en-US" sz="2600" b="0" i="0" u="none" strike="noStrike" cap="none" normalizeH="0" baseline="0" dirty="0">
                <a:ln>
                  <a:noFill/>
                </a:ln>
                <a:effectLst/>
                <a:latin typeface="Arial" panose="020B0604020202020204" pitchFamily="34" charset="0"/>
              </a:rPr>
              <a:t>: Brisbane, </a:t>
            </a:r>
          </a:p>
          <a:p>
            <a:pPr marL="0" marR="0" lvl="0" indent="0" defTabSz="914400" rtl="0" eaLnBrk="0" fontAlgn="base" latinLnBrk="0" hangingPunct="0">
              <a:lnSpc>
                <a:spcPct val="90000"/>
              </a:lnSpc>
              <a:spcBef>
                <a:spcPct val="0"/>
              </a:spcBef>
              <a:spcAft>
                <a:spcPts val="600"/>
              </a:spcAft>
              <a:buClrTx/>
              <a:buSzTx/>
              <a:buNone/>
              <a:tabLst/>
            </a:pPr>
            <a:r>
              <a:rPr lang="en-US" altLang="en-US" sz="2600" dirty="0">
                <a:latin typeface="Arial" panose="020B0604020202020204" pitchFamily="34" charset="0"/>
              </a:rPr>
              <a:t> </a:t>
            </a:r>
            <a:r>
              <a:rPr kumimoji="0" lang="en-US" altLang="en-US" sz="2600" b="0" i="0" u="none" strike="noStrike" cap="none" normalizeH="0" baseline="0" dirty="0">
                <a:ln>
                  <a:noFill/>
                </a:ln>
                <a:effectLst/>
                <a:latin typeface="Arial" panose="020B0604020202020204" pitchFamily="34" charset="0"/>
              </a:rPr>
              <a:t>Sydney, Newcastle</a:t>
            </a:r>
          </a:p>
          <a:p>
            <a:pPr marL="0" marR="0" lvl="0" indent="0" defTabSz="914400" rtl="0" eaLnBrk="0" fontAlgn="base" latinLnBrk="0" hangingPunct="0">
              <a:lnSpc>
                <a:spcPct val="90000"/>
              </a:lnSpc>
              <a:spcBef>
                <a:spcPct val="0"/>
              </a:spcBef>
              <a:spcAft>
                <a:spcPts val="600"/>
              </a:spcAft>
              <a:buClrTx/>
              <a:buSzTx/>
              <a:buNone/>
              <a:tabLst/>
            </a:pPr>
            <a:endParaRPr kumimoji="0" lang="en-US" altLang="en-US" sz="26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lnSpc>
                <a:spcPct val="90000"/>
              </a:lnSpc>
              <a:spcBef>
                <a:spcPct val="0"/>
              </a:spcBef>
              <a:spcAft>
                <a:spcPts val="600"/>
              </a:spcAft>
              <a:buClrTx/>
              <a:buSzTx/>
              <a:buFontTx/>
              <a:buChar char="•"/>
              <a:tabLst/>
            </a:pPr>
            <a:r>
              <a:rPr kumimoji="0" lang="en-US" altLang="en-US" sz="2600" b="1" i="0" u="none" strike="noStrike" cap="none" normalizeH="0" baseline="0" dirty="0">
                <a:ln>
                  <a:noFill/>
                </a:ln>
                <a:effectLst/>
                <a:latin typeface="Arial" panose="020B0604020202020204" pitchFamily="34" charset="0"/>
              </a:rPr>
              <a:t>Maintain Current Levels</a:t>
            </a:r>
            <a:r>
              <a:rPr kumimoji="0" lang="en-US" altLang="en-US" sz="2600" b="0" i="0" u="none" strike="noStrike" cap="none" normalizeH="0" baseline="0" dirty="0">
                <a:ln>
                  <a:noFill/>
                </a:ln>
                <a:effectLst/>
                <a:latin typeface="Arial" panose="020B0604020202020204" pitchFamily="34" charset="0"/>
              </a:rPr>
              <a:t>: Hobart, Canberra, Gold Coast</a:t>
            </a:r>
          </a:p>
          <a:p>
            <a:pPr marL="0" marR="0" lvl="0" indent="0" defTabSz="914400" rtl="0" eaLnBrk="0" fontAlgn="base" latinLnBrk="0" hangingPunct="0">
              <a:lnSpc>
                <a:spcPct val="90000"/>
              </a:lnSpc>
              <a:spcBef>
                <a:spcPct val="0"/>
              </a:spcBef>
              <a:spcAft>
                <a:spcPts val="600"/>
              </a:spcAft>
              <a:buClrTx/>
              <a:buSzTx/>
              <a:buNone/>
              <a:tabLst/>
            </a:pPr>
            <a:endParaRPr kumimoji="0" lang="en-US" altLang="en-US" sz="26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lnSpc>
                <a:spcPct val="90000"/>
              </a:lnSpc>
              <a:spcBef>
                <a:spcPct val="0"/>
              </a:spcBef>
              <a:spcAft>
                <a:spcPts val="600"/>
              </a:spcAft>
              <a:buClrTx/>
              <a:buSzTx/>
              <a:buFontTx/>
              <a:buChar char="•"/>
              <a:tabLst/>
            </a:pPr>
            <a:r>
              <a:rPr kumimoji="0" lang="en-US" altLang="en-US" sz="2600" b="1" i="0" u="none" strike="noStrike" cap="none" normalizeH="0" baseline="0" dirty="0">
                <a:ln>
                  <a:noFill/>
                </a:ln>
                <a:effectLst/>
                <a:latin typeface="Arial" panose="020B0604020202020204" pitchFamily="34" charset="0"/>
              </a:rPr>
              <a:t>Resource Optimization</a:t>
            </a:r>
            <a:r>
              <a:rPr kumimoji="0" lang="en-US" altLang="en-US" sz="2600" b="0" i="0" u="none" strike="noStrike" cap="none" normalizeH="0" baseline="0" dirty="0">
                <a:ln>
                  <a:noFill/>
                </a:ln>
                <a:effectLst/>
                <a:latin typeface="Arial" panose="020B0604020202020204" pitchFamily="34" charset="0"/>
              </a:rPr>
              <a:t>: Enhance resource allocation and consider regional specializations</a:t>
            </a:r>
            <a:r>
              <a:rPr kumimoji="0" lang="en-US" altLang="en-US" sz="1700" b="0" i="0" u="none" strike="noStrike" cap="none" normalizeH="0" baseline="0" dirty="0">
                <a:ln>
                  <a:noFill/>
                </a:ln>
                <a:effectLst/>
                <a:latin typeface="Arial" panose="020B0604020202020204" pitchFamily="34" charset="0"/>
              </a:rPr>
              <a:t>.</a:t>
            </a:r>
          </a:p>
          <a:p>
            <a:pPr marL="0" marR="0" lvl="0" indent="0" defTabSz="914400" rtl="0" eaLnBrk="0" fontAlgn="base" latinLnBrk="0" hangingPunct="0">
              <a:lnSpc>
                <a:spcPct val="90000"/>
              </a:lnSpc>
              <a:spcBef>
                <a:spcPct val="0"/>
              </a:spcBef>
              <a:spcAft>
                <a:spcPts val="600"/>
              </a:spcAft>
              <a:buClrTx/>
              <a:buSzTx/>
              <a:buNone/>
              <a:tabLst/>
            </a:pPr>
            <a:endParaRPr lang="en-US" altLang="en-US" sz="1700" dirty="0">
              <a:latin typeface="Arial" panose="020B0604020202020204" pitchFamily="34" charset="0"/>
            </a:endParaRPr>
          </a:p>
          <a:p>
            <a:pPr marL="0" marR="0" lvl="0" indent="0" defTabSz="914400" rtl="0" eaLnBrk="0" fontAlgn="base" latinLnBrk="0" hangingPunct="0">
              <a:lnSpc>
                <a:spcPct val="90000"/>
              </a:lnSpc>
              <a:spcBef>
                <a:spcPct val="0"/>
              </a:spcBef>
              <a:spcAft>
                <a:spcPts val="600"/>
              </a:spcAft>
              <a:buClrTx/>
              <a:buSzTx/>
              <a:buNone/>
              <a:tabLst/>
            </a:pPr>
            <a:r>
              <a:rPr kumimoji="0" lang="en-US" altLang="en-US" sz="1700" b="0" i="0" u="none" strike="noStrike" cap="none" normalizeH="0" baseline="0" dirty="0">
                <a:ln>
                  <a:noFill/>
                </a:ln>
                <a:effectLst/>
                <a:latin typeface="Arial" panose="020B0604020202020204" pitchFamily="34" charset="0"/>
              </a:rPr>
              <a:t> </a:t>
            </a:r>
          </a:p>
        </p:txBody>
      </p:sp>
      <p:sp>
        <p:nvSpPr>
          <p:cNvPr id="58" name="Rectangle 57">
            <a:extLst>
              <a:ext uri="{FF2B5EF4-FFF2-40B4-BE49-F238E27FC236}">
                <a16:creationId xmlns:a16="http://schemas.microsoft.com/office/drawing/2014/main" id="{0E2E7D1F-2146-4351-B555-F7AD66F917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095999" y="695340"/>
            <a:ext cx="5391683" cy="5476855"/>
          </a:xfrm>
          <a:prstGeom prst="rect">
            <a:avLst/>
          </a:prstGeom>
          <a:solidFill>
            <a:srgbClr val="FBC368">
              <a:alpha val="25000"/>
            </a:srgb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endParaRPr>
          </a:p>
        </p:txBody>
      </p:sp>
      <p:pic>
        <p:nvPicPr>
          <p:cNvPr id="9" name="Picture 8" descr="A map of australia with different colored areas">
            <a:extLst>
              <a:ext uri="{FF2B5EF4-FFF2-40B4-BE49-F238E27FC236}">
                <a16:creationId xmlns:a16="http://schemas.microsoft.com/office/drawing/2014/main" id="{0E534ACD-33EF-79CF-7E39-D489C8B978F5}"/>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6142" r="1609" b="1"/>
          <a:stretch/>
        </p:blipFill>
        <p:spPr>
          <a:xfrm>
            <a:off x="6620386" y="1246946"/>
            <a:ext cx="4364109" cy="4364109"/>
          </a:xfrm>
          <a:prstGeom prst="rect">
            <a:avLst/>
          </a:prstGeom>
        </p:spPr>
      </p:pic>
      <p:sp>
        <p:nvSpPr>
          <p:cNvPr id="4" name="Date Placeholder 3">
            <a:extLst>
              <a:ext uri="{FF2B5EF4-FFF2-40B4-BE49-F238E27FC236}">
                <a16:creationId xmlns:a16="http://schemas.microsoft.com/office/drawing/2014/main" id="{2662F89A-9ECD-2287-AE28-7C665C4794D4}"/>
              </a:ext>
            </a:extLst>
          </p:cNvPr>
          <p:cNvSpPr>
            <a:spLocks noGrp="1"/>
          </p:cNvSpPr>
          <p:nvPr>
            <p:ph type="dt" sz="half" idx="10"/>
          </p:nvPr>
        </p:nvSpPr>
        <p:spPr>
          <a:xfrm>
            <a:off x="422899" y="6217920"/>
            <a:ext cx="2743200" cy="640080"/>
          </a:xfrm>
        </p:spPr>
        <p:txBody>
          <a:bodyPr>
            <a:normAutofit/>
          </a:bodyPr>
          <a:lstStyle/>
          <a:p>
            <a:pPr>
              <a:spcAft>
                <a:spcPts val="600"/>
              </a:spcAft>
            </a:pPr>
            <a:fld id="{57997BA6-BEF8-495F-ACCD-8D19769E4FC6}" type="datetime2">
              <a:rPr lang="en-US" smtClean="0"/>
              <a:pPr>
                <a:spcAft>
                  <a:spcPts val="600"/>
                </a:spcAft>
              </a:pPr>
              <a:t>Thursday, November 14, 2024</a:t>
            </a:fld>
            <a:endParaRPr lang="en-US"/>
          </a:p>
        </p:txBody>
      </p:sp>
      <p:sp>
        <p:nvSpPr>
          <p:cNvPr id="5" name="Footer Placeholder 4">
            <a:extLst>
              <a:ext uri="{FF2B5EF4-FFF2-40B4-BE49-F238E27FC236}">
                <a16:creationId xmlns:a16="http://schemas.microsoft.com/office/drawing/2014/main" id="{494775F9-3F6F-250B-6DF1-0C761B2F2BCC}"/>
              </a:ext>
            </a:extLst>
          </p:cNvPr>
          <p:cNvSpPr>
            <a:spLocks noGrp="1"/>
          </p:cNvSpPr>
          <p:nvPr>
            <p:ph type="ftr" sz="quarter" idx="11"/>
          </p:nvPr>
        </p:nvSpPr>
        <p:spPr>
          <a:xfrm>
            <a:off x="3762376" y="6217920"/>
            <a:ext cx="7195367" cy="640080"/>
          </a:xfrm>
        </p:spPr>
        <p:txBody>
          <a:bodyPr>
            <a:normAutofit/>
          </a:bodyPr>
          <a:lstStyle/>
          <a:p>
            <a:pPr>
              <a:spcAft>
                <a:spcPts val="600"/>
              </a:spcAft>
            </a:pPr>
            <a:r>
              <a:rPr lang="en-US"/>
              <a:t>Sample Footer Text</a:t>
            </a:r>
          </a:p>
        </p:txBody>
      </p:sp>
      <p:cxnSp>
        <p:nvCxnSpPr>
          <p:cNvPr id="60" name="Straight Connector 59">
            <a:extLst>
              <a:ext uri="{FF2B5EF4-FFF2-40B4-BE49-F238E27FC236}">
                <a16:creationId xmlns:a16="http://schemas.microsoft.com/office/drawing/2014/main" id="{CD8C7CAC-1828-45F3-9C70-DE1294FA20A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rgbClr val="FBC368"/>
            </a:solidFill>
            <a:prstDash val="das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AC52D459-9D8C-45C6-9998-FE91890626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rgbClr val="FBC368"/>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0015640"/>
      </p:ext>
    </p:extLst>
  </p:cSld>
  <p:clrMapOvr>
    <a:masterClrMapping/>
  </p:clrMapOvr>
</p:sld>
</file>

<file path=ppt/theme/theme1.xml><?xml version="1.0" encoding="utf-8"?>
<a:theme xmlns:a="http://schemas.openxmlformats.org/drawingml/2006/main" name="OffsetVTI">
  <a:themeElements>
    <a:clrScheme name="Facet">
      <a:dk1>
        <a:srgbClr val="000000"/>
      </a:dk1>
      <a:lt1>
        <a:srgbClr val="FFFFFF"/>
      </a:lt1>
      <a:dk2>
        <a:srgbClr val="57495C"/>
      </a:dk2>
      <a:lt2>
        <a:srgbClr val="E7E6E6"/>
      </a:lt2>
      <a:accent1>
        <a:srgbClr val="F07C98"/>
      </a:accent1>
      <a:accent2>
        <a:srgbClr val="A6778D"/>
      </a:accent2>
      <a:accent3>
        <a:srgbClr val="768BA6"/>
      </a:accent3>
      <a:accent4>
        <a:srgbClr val="E8908B"/>
      </a:accent4>
      <a:accent5>
        <a:srgbClr val="C47A93"/>
      </a:accent5>
      <a:accent6>
        <a:srgbClr val="70A8DB"/>
      </a:accent6>
      <a:hlink>
        <a:srgbClr val="EB8067"/>
      </a:hlink>
      <a:folHlink>
        <a:srgbClr val="7BC7C0"/>
      </a:folHlink>
    </a:clrScheme>
    <a:fontScheme name="Dante">
      <a:majorFont>
        <a:latin typeface="Georgia Pro"/>
        <a:ea typeface=""/>
        <a:cs typeface=""/>
      </a:majorFont>
      <a:minorFont>
        <a:latin typeface="Georgia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setVTI" id="{17A3166B-76FF-4669-8F6D-D4251AE158D8}" vid="{4532814A-B5F8-4CFD-BC69-A007D492DA4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797</TotalTime>
  <Words>671</Words>
  <Application>Microsoft Office PowerPoint</Application>
  <PresentationFormat>Widescreen</PresentationFormat>
  <Paragraphs>83</Paragraphs>
  <Slides>10</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Aptos</vt:lpstr>
      <vt:lpstr>Arial</vt:lpstr>
      <vt:lpstr>Dante (Headings)2</vt:lpstr>
      <vt:lpstr>Georgia Pro</vt:lpstr>
      <vt:lpstr>Helvetica Neue Medium</vt:lpstr>
      <vt:lpstr>Times New Roman</vt:lpstr>
      <vt:lpstr>Wingdings 2</vt:lpstr>
      <vt:lpstr>OffsetVTI</vt:lpstr>
      <vt:lpstr>Office Performance Evaluation </vt:lpstr>
      <vt:lpstr>Executive Summary</vt:lpstr>
      <vt:lpstr>Ranking of Offices by Key Performance Metrics</vt:lpstr>
      <vt:lpstr>PowerPoint Presentation</vt:lpstr>
      <vt:lpstr>PowerPoint Presentation</vt:lpstr>
      <vt:lpstr>Incentive Program</vt:lpstr>
      <vt:lpstr>Offices Recommended for Downsizing or Closure</vt:lpstr>
      <vt:lpstr>Retention Recommendations with Focus Areas for Improvement</vt:lpstr>
      <vt:lpstr>High-Performing Offices to Retain</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Shama Praveen</dc:creator>
  <cp:lastModifiedBy>Shama Praveen</cp:lastModifiedBy>
  <cp:revision>1</cp:revision>
  <dcterms:created xsi:type="dcterms:W3CDTF">2024-11-07T02:39:09Z</dcterms:created>
  <dcterms:modified xsi:type="dcterms:W3CDTF">2024-11-14T08:51:57Z</dcterms:modified>
</cp:coreProperties>
</file>